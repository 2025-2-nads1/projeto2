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7"/>
  </p:notesMasterIdLst>
  <p:sldIdLst>
    <p:sldId id="256" r:id="rId6"/>
  </p:sldIdLst>
  <p:sldSz cx="28790900" cy="43192700"/>
  <p:notesSz cx="6858000" cy="9144000"/>
  <p:embeddedFontLst>
    <p:embeddedFont>
      <p:font typeface="Arial Bold" charset="1" panose="020B0704020202020204"/>
      <p:regular r:id="rId10"/>
    </p:embeddedFont>
    <p:embeddedFont>
      <p:font typeface="SCR-N Seven Bold" charset="1" panose="00000000000000000000"/>
      <p:regular r:id="rId11"/>
    </p:embeddedFont>
    <p:embeddedFont>
      <p:font typeface="Arial" charset="1" panose="020B0604020202020204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12" Target="../media/image10.png" Type="http://schemas.openxmlformats.org/officeDocument/2006/relationships/image"/><Relationship Id="rId13" Target="../media/image11.png" Type="http://schemas.openxmlformats.org/officeDocument/2006/relationships/image"/><Relationship Id="rId14" Target="../media/image12.png" Type="http://schemas.openxmlformats.org/officeDocument/2006/relationships/image"/><Relationship Id="rId15" Target="../media/image13.png" Type="http://schemas.openxmlformats.org/officeDocument/2006/relationships/image"/><Relationship Id="rId16" Target="../media/image14.png" Type="http://schemas.openxmlformats.org/officeDocument/2006/relationships/image"/><Relationship Id="rId17" Target="../media/image15.png" Type="http://schemas.openxmlformats.org/officeDocument/2006/relationships/image"/><Relationship Id="rId18" Target="../media/image16.jpeg" Type="http://schemas.openxmlformats.org/officeDocument/2006/relationships/image"/><Relationship Id="rId19" Target="../media/image17.png" Type="http://schemas.openxmlformats.org/officeDocument/2006/relationships/image"/><Relationship Id="rId2" Target="../notesSlides/notesSlide1.xml" Type="http://schemas.openxmlformats.org/officeDocument/2006/relationships/notesSlide"/><Relationship Id="rId20" Target="../media/image18.svg" Type="http://schemas.openxmlformats.org/officeDocument/2006/relationships/image"/><Relationship Id="rId21" Target="../media/image19.png" Type="http://schemas.openxmlformats.org/officeDocument/2006/relationships/image"/><Relationship Id="rId22" Target="../media/image20.svg" Type="http://schemas.openxmlformats.org/officeDocument/2006/relationships/image"/><Relationship Id="rId23" Target="../media/image21.png" Type="http://schemas.openxmlformats.org/officeDocument/2006/relationships/imag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6.png" Type="http://schemas.openxmlformats.org/officeDocument/2006/relationships/image"/><Relationship Id="rId9" Target="../media/image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2740" y="10648"/>
            <a:ext cx="28774944" cy="43179343"/>
            <a:chOff x="0" y="0"/>
            <a:chExt cx="38366592" cy="575724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366573" cy="57572399"/>
            </a:xfrm>
            <a:custGeom>
              <a:avLst/>
              <a:gdLst/>
              <a:ahLst/>
              <a:cxnLst/>
              <a:rect r="r" b="b" t="t" l="l"/>
              <a:pathLst>
                <a:path h="57572399" w="38366573">
                  <a:moveTo>
                    <a:pt x="0" y="0"/>
                  </a:moveTo>
                  <a:lnTo>
                    <a:pt x="38366573" y="0"/>
                  </a:lnTo>
                  <a:lnTo>
                    <a:pt x="38366573" y="57572399"/>
                  </a:lnTo>
                  <a:lnTo>
                    <a:pt x="0" y="57572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" t="0" r="-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05948" y="2851818"/>
            <a:ext cx="28800425" cy="766843"/>
            <a:chOff x="0" y="0"/>
            <a:chExt cx="38400567" cy="10224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400568" cy="1022458"/>
            </a:xfrm>
            <a:custGeom>
              <a:avLst/>
              <a:gdLst/>
              <a:ahLst/>
              <a:cxnLst/>
              <a:rect r="r" b="b" t="t" l="l"/>
              <a:pathLst>
                <a:path h="1022458" w="38400568">
                  <a:moveTo>
                    <a:pt x="0" y="0"/>
                  </a:moveTo>
                  <a:lnTo>
                    <a:pt x="38400568" y="0"/>
                  </a:lnTo>
                  <a:lnTo>
                    <a:pt x="38400568" y="1022458"/>
                  </a:lnTo>
                  <a:lnTo>
                    <a:pt x="0" y="10224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38400567" cy="10510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479"/>
                </a:lnSpc>
              </a:pPr>
              <a:r>
                <a:rPr lang="en-US" sz="3733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Bruno Faccio; José Aguiar; Luiza Alde; Maria Luisa;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83678" y="1112632"/>
            <a:ext cx="27924315" cy="2258359"/>
            <a:chOff x="0" y="0"/>
            <a:chExt cx="37232420" cy="30111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7232419" cy="3011145"/>
            </a:xfrm>
            <a:custGeom>
              <a:avLst/>
              <a:gdLst/>
              <a:ahLst/>
              <a:cxnLst/>
              <a:rect r="r" b="b" t="t" l="l"/>
              <a:pathLst>
                <a:path h="3011145" w="37232419">
                  <a:moveTo>
                    <a:pt x="0" y="0"/>
                  </a:moveTo>
                  <a:lnTo>
                    <a:pt x="37232419" y="0"/>
                  </a:lnTo>
                  <a:lnTo>
                    <a:pt x="37232419" y="3011145"/>
                  </a:lnTo>
                  <a:lnTo>
                    <a:pt x="0" y="301114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37232420" cy="3039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039"/>
                </a:lnSpc>
              </a:pPr>
              <a:r>
                <a:rPr lang="en-US" sz="5866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PICWORDS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40883" y="288300"/>
            <a:ext cx="25809904" cy="1648663"/>
            <a:chOff x="0" y="0"/>
            <a:chExt cx="34413205" cy="219821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4413205" cy="2198217"/>
            </a:xfrm>
            <a:custGeom>
              <a:avLst/>
              <a:gdLst/>
              <a:ahLst/>
              <a:cxnLst/>
              <a:rect r="r" b="b" t="t" l="l"/>
              <a:pathLst>
                <a:path h="2198217" w="34413205">
                  <a:moveTo>
                    <a:pt x="0" y="0"/>
                  </a:moveTo>
                  <a:lnTo>
                    <a:pt x="34413205" y="0"/>
                  </a:lnTo>
                  <a:lnTo>
                    <a:pt x="34413205" y="2198217"/>
                  </a:lnTo>
                  <a:lnTo>
                    <a:pt x="0" y="219821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34413205" cy="22267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598"/>
                </a:lnSpc>
              </a:pPr>
              <a:r>
                <a:rPr lang="en-US" sz="7998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Semana de Tecnologia FECAP 2025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740" y="3235240"/>
            <a:ext cx="29592614" cy="1355109"/>
            <a:chOff x="0" y="0"/>
            <a:chExt cx="39456819" cy="180681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9456820" cy="1806812"/>
            </a:xfrm>
            <a:custGeom>
              <a:avLst/>
              <a:gdLst/>
              <a:ahLst/>
              <a:cxnLst/>
              <a:rect r="r" b="b" t="t" l="l"/>
              <a:pathLst>
                <a:path h="1806812" w="39456820">
                  <a:moveTo>
                    <a:pt x="0" y="0"/>
                  </a:moveTo>
                  <a:lnTo>
                    <a:pt x="39456820" y="0"/>
                  </a:lnTo>
                  <a:lnTo>
                    <a:pt x="39456820" y="1806812"/>
                  </a:lnTo>
                  <a:lnTo>
                    <a:pt x="0" y="18068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39456819" cy="18163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99"/>
                </a:lnSpc>
              </a:pPr>
              <a:r>
                <a:rPr lang="en-US" sz="2666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Professores: Lucy Tabuti, Ronaldo Araújo, Eduardo Savino, Renata Muniz, Aimar Martins.</a:t>
              </a:r>
            </a:p>
          </p:txBody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22752" y="40356014"/>
            <a:ext cx="3095947" cy="3115297"/>
            <a:chOff x="0" y="0"/>
            <a:chExt cx="4127929" cy="4153729"/>
          </a:xfrm>
        </p:grpSpPr>
        <p:sp>
          <p:nvSpPr>
            <p:cNvPr name="Freeform 17" id="17" descr="Uma imagem contendo óculos  O conteúdo gerado por IA pode estar incorreto."/>
            <p:cNvSpPr/>
            <p:nvPr/>
          </p:nvSpPr>
          <p:spPr>
            <a:xfrm flipH="false" flipV="false" rot="0">
              <a:off x="0" y="0"/>
              <a:ext cx="4127881" cy="4153789"/>
            </a:xfrm>
            <a:custGeom>
              <a:avLst/>
              <a:gdLst/>
              <a:ahLst/>
              <a:cxnLst/>
              <a:rect r="r" b="b" t="t" l="l"/>
              <a:pathLst>
                <a:path h="4153789" w="4127881">
                  <a:moveTo>
                    <a:pt x="0" y="0"/>
                  </a:moveTo>
                  <a:lnTo>
                    <a:pt x="4127881" y="0"/>
                  </a:lnTo>
                  <a:lnTo>
                    <a:pt x="4127881" y="4153789"/>
                  </a:lnTo>
                  <a:lnTo>
                    <a:pt x="0" y="41537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1"/>
              </a:stretch>
            </a:blipFill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25801752" y="40382747"/>
            <a:ext cx="3095945" cy="3105591"/>
            <a:chOff x="0" y="0"/>
            <a:chExt cx="4127927" cy="4140788"/>
          </a:xfrm>
        </p:grpSpPr>
        <p:sp>
          <p:nvSpPr>
            <p:cNvPr name="Freeform 19" id="19" descr="Uma imagem contendo óculos, caneca  O conteúdo gerado por IA pode estar incorreto."/>
            <p:cNvSpPr/>
            <p:nvPr/>
          </p:nvSpPr>
          <p:spPr>
            <a:xfrm flipH="false" flipV="false" rot="0">
              <a:off x="0" y="0"/>
              <a:ext cx="4127881" cy="4140835"/>
            </a:xfrm>
            <a:custGeom>
              <a:avLst/>
              <a:gdLst/>
              <a:ahLst/>
              <a:cxnLst/>
              <a:rect r="r" b="b" t="t" l="l"/>
              <a:pathLst>
                <a:path h="4140835" w="4127881">
                  <a:moveTo>
                    <a:pt x="0" y="0"/>
                  </a:moveTo>
                  <a:lnTo>
                    <a:pt x="4127881" y="0"/>
                  </a:lnTo>
                  <a:lnTo>
                    <a:pt x="4127881" y="4140835"/>
                  </a:lnTo>
                  <a:lnTo>
                    <a:pt x="0" y="4140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1"/>
              </a:stretch>
            </a:blip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5148725" y="15981003"/>
            <a:ext cx="322484" cy="322484"/>
          </a:xfrm>
          <a:custGeom>
            <a:avLst/>
            <a:gdLst/>
            <a:ahLst/>
            <a:cxnLst/>
            <a:rect r="r" b="b" t="t" l="l"/>
            <a:pathLst>
              <a:path h="322484" w="322484">
                <a:moveTo>
                  <a:pt x="0" y="0"/>
                </a:moveTo>
                <a:lnTo>
                  <a:pt x="322484" y="0"/>
                </a:lnTo>
                <a:lnTo>
                  <a:pt x="322484" y="322484"/>
                </a:lnTo>
                <a:lnTo>
                  <a:pt x="0" y="3224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6722488" y="14818921"/>
            <a:ext cx="1698382" cy="558271"/>
            <a:chOff x="0" y="0"/>
            <a:chExt cx="1274994" cy="419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74994" cy="419100"/>
            </a:xfrm>
            <a:custGeom>
              <a:avLst/>
              <a:gdLst/>
              <a:ahLst/>
              <a:cxnLst/>
              <a:rect r="r" b="b" t="t" l="l"/>
              <a:pathLst>
                <a:path h="419100" w="1274994">
                  <a:moveTo>
                    <a:pt x="89031" y="0"/>
                  </a:moveTo>
                  <a:lnTo>
                    <a:pt x="1185963" y="0"/>
                  </a:lnTo>
                  <a:cubicBezTo>
                    <a:pt x="1235133" y="0"/>
                    <a:pt x="1274994" y="39861"/>
                    <a:pt x="1274994" y="89031"/>
                  </a:cubicBezTo>
                  <a:lnTo>
                    <a:pt x="1274994" y="330069"/>
                  </a:lnTo>
                  <a:cubicBezTo>
                    <a:pt x="1274994" y="353681"/>
                    <a:pt x="1265614" y="376327"/>
                    <a:pt x="1248917" y="393023"/>
                  </a:cubicBezTo>
                  <a:cubicBezTo>
                    <a:pt x="1232221" y="409720"/>
                    <a:pt x="1209575" y="419100"/>
                    <a:pt x="1185963" y="419100"/>
                  </a:cubicBezTo>
                  <a:lnTo>
                    <a:pt x="89031" y="419100"/>
                  </a:lnTo>
                  <a:cubicBezTo>
                    <a:pt x="39861" y="419100"/>
                    <a:pt x="0" y="379239"/>
                    <a:pt x="0" y="330069"/>
                  </a:cubicBezTo>
                  <a:lnTo>
                    <a:pt x="0" y="89031"/>
                  </a:lnTo>
                  <a:cubicBezTo>
                    <a:pt x="0" y="39861"/>
                    <a:pt x="39861" y="0"/>
                    <a:pt x="89031" y="0"/>
                  </a:cubicBezTo>
                  <a:close/>
                </a:path>
              </a:pathLst>
            </a:custGeom>
            <a:solidFill>
              <a:srgbClr val="49A5C7"/>
            </a:solidFill>
            <a:ln w="38100" cap="rnd">
              <a:solidFill>
                <a:srgbClr val="CAA244"/>
              </a:solidFill>
              <a:prstDash val="sysDot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274994" cy="457200"/>
            </a:xfrm>
            <a:prstGeom prst="rect">
              <a:avLst/>
            </a:prstGeom>
          </p:spPr>
          <p:txBody>
            <a:bodyPr anchor="ctr" rtlCol="false" tIns="45136" lIns="45136" bIns="45136" rIns="45136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722488" y="15480953"/>
            <a:ext cx="1698382" cy="558271"/>
            <a:chOff x="0" y="0"/>
            <a:chExt cx="1274994" cy="4191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74994" cy="419100"/>
            </a:xfrm>
            <a:custGeom>
              <a:avLst/>
              <a:gdLst/>
              <a:ahLst/>
              <a:cxnLst/>
              <a:rect r="r" b="b" t="t" l="l"/>
              <a:pathLst>
                <a:path h="419100" w="1274994">
                  <a:moveTo>
                    <a:pt x="89031" y="0"/>
                  </a:moveTo>
                  <a:lnTo>
                    <a:pt x="1185963" y="0"/>
                  </a:lnTo>
                  <a:cubicBezTo>
                    <a:pt x="1235133" y="0"/>
                    <a:pt x="1274994" y="39861"/>
                    <a:pt x="1274994" y="89031"/>
                  </a:cubicBezTo>
                  <a:lnTo>
                    <a:pt x="1274994" y="330069"/>
                  </a:lnTo>
                  <a:cubicBezTo>
                    <a:pt x="1274994" y="353681"/>
                    <a:pt x="1265614" y="376327"/>
                    <a:pt x="1248917" y="393023"/>
                  </a:cubicBezTo>
                  <a:cubicBezTo>
                    <a:pt x="1232221" y="409720"/>
                    <a:pt x="1209575" y="419100"/>
                    <a:pt x="1185963" y="419100"/>
                  </a:cubicBezTo>
                  <a:lnTo>
                    <a:pt x="89031" y="419100"/>
                  </a:lnTo>
                  <a:cubicBezTo>
                    <a:pt x="39861" y="419100"/>
                    <a:pt x="0" y="379239"/>
                    <a:pt x="0" y="330069"/>
                  </a:cubicBezTo>
                  <a:lnTo>
                    <a:pt x="0" y="89031"/>
                  </a:lnTo>
                  <a:cubicBezTo>
                    <a:pt x="0" y="39861"/>
                    <a:pt x="39861" y="0"/>
                    <a:pt x="89031" y="0"/>
                  </a:cubicBezTo>
                  <a:close/>
                </a:path>
              </a:pathLst>
            </a:custGeom>
            <a:solidFill>
              <a:srgbClr val="49A5C7"/>
            </a:solidFill>
            <a:ln w="38100" cap="rnd">
              <a:solidFill>
                <a:srgbClr val="CAA244"/>
              </a:solidFill>
              <a:prstDash val="sysDot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274994" cy="457200"/>
            </a:xfrm>
            <a:prstGeom prst="rect">
              <a:avLst/>
            </a:prstGeom>
          </p:spPr>
          <p:txBody>
            <a:bodyPr anchor="ctr" rtlCol="false" tIns="45136" lIns="45136" bIns="45136" rIns="45136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722488" y="16142245"/>
            <a:ext cx="1698382" cy="558271"/>
            <a:chOff x="0" y="0"/>
            <a:chExt cx="1274994" cy="4191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74994" cy="419100"/>
            </a:xfrm>
            <a:custGeom>
              <a:avLst/>
              <a:gdLst/>
              <a:ahLst/>
              <a:cxnLst/>
              <a:rect r="r" b="b" t="t" l="l"/>
              <a:pathLst>
                <a:path h="419100" w="1274994">
                  <a:moveTo>
                    <a:pt x="89031" y="0"/>
                  </a:moveTo>
                  <a:lnTo>
                    <a:pt x="1185963" y="0"/>
                  </a:lnTo>
                  <a:cubicBezTo>
                    <a:pt x="1235133" y="0"/>
                    <a:pt x="1274994" y="39861"/>
                    <a:pt x="1274994" y="89031"/>
                  </a:cubicBezTo>
                  <a:lnTo>
                    <a:pt x="1274994" y="330069"/>
                  </a:lnTo>
                  <a:cubicBezTo>
                    <a:pt x="1274994" y="353681"/>
                    <a:pt x="1265614" y="376327"/>
                    <a:pt x="1248917" y="393023"/>
                  </a:cubicBezTo>
                  <a:cubicBezTo>
                    <a:pt x="1232221" y="409720"/>
                    <a:pt x="1209575" y="419100"/>
                    <a:pt x="1185963" y="419100"/>
                  </a:cubicBezTo>
                  <a:lnTo>
                    <a:pt x="89031" y="419100"/>
                  </a:lnTo>
                  <a:cubicBezTo>
                    <a:pt x="39861" y="419100"/>
                    <a:pt x="0" y="379239"/>
                    <a:pt x="0" y="330069"/>
                  </a:cubicBezTo>
                  <a:lnTo>
                    <a:pt x="0" y="89031"/>
                  </a:lnTo>
                  <a:cubicBezTo>
                    <a:pt x="0" y="39861"/>
                    <a:pt x="39861" y="0"/>
                    <a:pt x="89031" y="0"/>
                  </a:cubicBezTo>
                  <a:close/>
                </a:path>
              </a:pathLst>
            </a:custGeom>
            <a:solidFill>
              <a:srgbClr val="49A5C7"/>
            </a:solidFill>
            <a:ln w="38100" cap="rnd">
              <a:solidFill>
                <a:srgbClr val="CAA244"/>
              </a:solidFill>
              <a:prstDash val="sysDot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274994" cy="457200"/>
            </a:xfrm>
            <a:prstGeom prst="rect">
              <a:avLst/>
            </a:prstGeom>
          </p:spPr>
          <p:txBody>
            <a:bodyPr anchor="ctr" rtlCol="false" tIns="45136" lIns="45136" bIns="45136" rIns="45136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30" id="30"/>
          <p:cNvGrpSpPr>
            <a:grpSpLocks noChangeAspect="true"/>
          </p:cNvGrpSpPr>
          <p:nvPr/>
        </p:nvGrpSpPr>
        <p:grpSpPr>
          <a:xfrm rot="0">
            <a:off x="2191900" y="12315172"/>
            <a:ext cx="8306644" cy="6669331"/>
            <a:chOff x="0" y="0"/>
            <a:chExt cx="7467600" cy="599567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2429510" y="5210810"/>
              <a:ext cx="2606040" cy="791210"/>
            </a:xfrm>
            <a:custGeom>
              <a:avLst/>
              <a:gdLst/>
              <a:ahLst/>
              <a:cxnLst/>
              <a:rect r="r" b="b" t="t" l="l"/>
              <a:pathLst>
                <a:path h="791210" w="2606040">
                  <a:moveTo>
                    <a:pt x="1258570" y="0"/>
                  </a:moveTo>
                  <a:lnTo>
                    <a:pt x="453390" y="0"/>
                  </a:lnTo>
                  <a:cubicBezTo>
                    <a:pt x="453390" y="0"/>
                    <a:pt x="429260" y="370840"/>
                    <a:pt x="403860" y="525780"/>
                  </a:cubicBezTo>
                  <a:cubicBezTo>
                    <a:pt x="359410" y="791210"/>
                    <a:pt x="87630" y="706120"/>
                    <a:pt x="10160" y="762000"/>
                  </a:cubicBezTo>
                  <a:cubicBezTo>
                    <a:pt x="0" y="769620"/>
                    <a:pt x="5080" y="786130"/>
                    <a:pt x="17780" y="786130"/>
                  </a:cubicBezTo>
                  <a:lnTo>
                    <a:pt x="2588260" y="786130"/>
                  </a:lnTo>
                  <a:cubicBezTo>
                    <a:pt x="2600960" y="786130"/>
                    <a:pt x="2606040" y="769620"/>
                    <a:pt x="2595880" y="762000"/>
                  </a:cubicBezTo>
                  <a:cubicBezTo>
                    <a:pt x="2518410" y="706120"/>
                    <a:pt x="2246630" y="791210"/>
                    <a:pt x="2202180" y="525780"/>
                  </a:cubicBezTo>
                  <a:cubicBezTo>
                    <a:pt x="2176780" y="370840"/>
                    <a:pt x="2152650" y="0"/>
                    <a:pt x="2152650" y="0"/>
                  </a:cubicBezTo>
                  <a:lnTo>
                    <a:pt x="1258570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8"/>
              <a:stretch>
                <a:fillRect l="0" t="-9337" r="-3045" b="-12952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173636" y="14683042"/>
            <a:ext cx="1354193" cy="445133"/>
            <a:chOff x="0" y="0"/>
            <a:chExt cx="1274994" cy="4191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74994" cy="419100"/>
            </a:xfrm>
            <a:custGeom>
              <a:avLst/>
              <a:gdLst/>
              <a:ahLst/>
              <a:cxnLst/>
              <a:rect r="r" b="b" t="t" l="l"/>
              <a:pathLst>
                <a:path h="419100" w="1274994">
                  <a:moveTo>
                    <a:pt x="111660" y="0"/>
                  </a:moveTo>
                  <a:lnTo>
                    <a:pt x="1163334" y="0"/>
                  </a:lnTo>
                  <a:cubicBezTo>
                    <a:pt x="1225002" y="0"/>
                    <a:pt x="1274994" y="49992"/>
                    <a:pt x="1274994" y="111660"/>
                  </a:cubicBezTo>
                  <a:lnTo>
                    <a:pt x="1274994" y="307440"/>
                  </a:lnTo>
                  <a:cubicBezTo>
                    <a:pt x="1274994" y="337054"/>
                    <a:pt x="1263230" y="365455"/>
                    <a:pt x="1242290" y="386396"/>
                  </a:cubicBezTo>
                  <a:cubicBezTo>
                    <a:pt x="1221349" y="407336"/>
                    <a:pt x="1192948" y="419100"/>
                    <a:pt x="1163334" y="419100"/>
                  </a:cubicBezTo>
                  <a:lnTo>
                    <a:pt x="111660" y="419100"/>
                  </a:lnTo>
                  <a:cubicBezTo>
                    <a:pt x="49992" y="419100"/>
                    <a:pt x="0" y="369108"/>
                    <a:pt x="0" y="307440"/>
                  </a:cubicBezTo>
                  <a:lnTo>
                    <a:pt x="0" y="111660"/>
                  </a:lnTo>
                  <a:cubicBezTo>
                    <a:pt x="0" y="49992"/>
                    <a:pt x="49992" y="0"/>
                    <a:pt x="111660" y="0"/>
                  </a:cubicBezTo>
                  <a:close/>
                </a:path>
              </a:pathLst>
            </a:custGeom>
            <a:solidFill>
              <a:srgbClr val="294A5B"/>
            </a:soli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274994" cy="457200"/>
            </a:xfrm>
            <a:prstGeom prst="rect">
              <a:avLst/>
            </a:prstGeom>
          </p:spPr>
          <p:txBody>
            <a:bodyPr anchor="ctr" rtlCol="false" tIns="32932" lIns="32932" bIns="32932" rIns="32932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173636" y="15345074"/>
            <a:ext cx="1354193" cy="445133"/>
            <a:chOff x="0" y="0"/>
            <a:chExt cx="1274994" cy="4191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74994" cy="419100"/>
            </a:xfrm>
            <a:custGeom>
              <a:avLst/>
              <a:gdLst/>
              <a:ahLst/>
              <a:cxnLst/>
              <a:rect r="r" b="b" t="t" l="l"/>
              <a:pathLst>
                <a:path h="419100" w="1274994">
                  <a:moveTo>
                    <a:pt x="111660" y="0"/>
                  </a:moveTo>
                  <a:lnTo>
                    <a:pt x="1163334" y="0"/>
                  </a:lnTo>
                  <a:cubicBezTo>
                    <a:pt x="1225002" y="0"/>
                    <a:pt x="1274994" y="49992"/>
                    <a:pt x="1274994" y="111660"/>
                  </a:cubicBezTo>
                  <a:lnTo>
                    <a:pt x="1274994" y="307440"/>
                  </a:lnTo>
                  <a:cubicBezTo>
                    <a:pt x="1274994" y="337054"/>
                    <a:pt x="1263230" y="365455"/>
                    <a:pt x="1242290" y="386396"/>
                  </a:cubicBezTo>
                  <a:cubicBezTo>
                    <a:pt x="1221349" y="407336"/>
                    <a:pt x="1192948" y="419100"/>
                    <a:pt x="1163334" y="419100"/>
                  </a:cubicBezTo>
                  <a:lnTo>
                    <a:pt x="111660" y="419100"/>
                  </a:lnTo>
                  <a:cubicBezTo>
                    <a:pt x="49992" y="419100"/>
                    <a:pt x="0" y="369108"/>
                    <a:pt x="0" y="307440"/>
                  </a:cubicBezTo>
                  <a:lnTo>
                    <a:pt x="0" y="111660"/>
                  </a:lnTo>
                  <a:cubicBezTo>
                    <a:pt x="0" y="49992"/>
                    <a:pt x="49992" y="0"/>
                    <a:pt x="111660" y="0"/>
                  </a:cubicBezTo>
                  <a:close/>
                </a:path>
              </a:pathLst>
            </a:custGeom>
            <a:solidFill>
              <a:srgbClr val="294A5B"/>
            </a:soli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274994" cy="457200"/>
            </a:xfrm>
            <a:prstGeom prst="rect">
              <a:avLst/>
            </a:prstGeom>
          </p:spPr>
          <p:txBody>
            <a:bodyPr anchor="ctr" rtlCol="false" tIns="32932" lIns="32932" bIns="32932" rIns="32932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343036" y="16009283"/>
            <a:ext cx="1015392" cy="233604"/>
            <a:chOff x="0" y="0"/>
            <a:chExt cx="300986" cy="6924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00986" cy="69246"/>
            </a:xfrm>
            <a:custGeom>
              <a:avLst/>
              <a:gdLst/>
              <a:ahLst/>
              <a:cxnLst/>
              <a:rect r="r" b="b" t="t" l="l"/>
              <a:pathLst>
                <a:path h="69246" w="300986">
                  <a:moveTo>
                    <a:pt x="34623" y="0"/>
                  </a:moveTo>
                  <a:lnTo>
                    <a:pt x="266363" y="0"/>
                  </a:lnTo>
                  <a:cubicBezTo>
                    <a:pt x="275546" y="0"/>
                    <a:pt x="284352" y="3648"/>
                    <a:pt x="290846" y="10141"/>
                  </a:cubicBezTo>
                  <a:cubicBezTo>
                    <a:pt x="297339" y="16634"/>
                    <a:pt x="300986" y="25440"/>
                    <a:pt x="300986" y="34623"/>
                  </a:cubicBezTo>
                  <a:lnTo>
                    <a:pt x="300986" y="34623"/>
                  </a:lnTo>
                  <a:cubicBezTo>
                    <a:pt x="300986" y="53744"/>
                    <a:pt x="285485" y="69246"/>
                    <a:pt x="266363" y="69246"/>
                  </a:cubicBezTo>
                  <a:lnTo>
                    <a:pt x="34623" y="69246"/>
                  </a:lnTo>
                  <a:cubicBezTo>
                    <a:pt x="15501" y="69246"/>
                    <a:pt x="0" y="53744"/>
                    <a:pt x="0" y="34623"/>
                  </a:cubicBezTo>
                  <a:lnTo>
                    <a:pt x="0" y="34623"/>
                  </a:lnTo>
                  <a:cubicBezTo>
                    <a:pt x="0" y="15501"/>
                    <a:pt x="15501" y="0"/>
                    <a:pt x="34623" y="0"/>
                  </a:cubicBezTo>
                  <a:close/>
                </a:path>
              </a:pathLst>
            </a:custGeom>
            <a:solidFill>
              <a:srgbClr val="CAA244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300986" cy="116871"/>
            </a:xfrm>
            <a:prstGeom prst="rect">
              <a:avLst/>
            </a:prstGeom>
          </p:spPr>
          <p:txBody>
            <a:bodyPr anchor="ctr" rtlCol="false" tIns="45136" lIns="45136" bIns="45136" rIns="45136"/>
            <a:lstStyle/>
            <a:p>
              <a:pPr algn="ctr">
                <a:lnSpc>
                  <a:spcPts val="3006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8393220" y="16069164"/>
            <a:ext cx="915024" cy="123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"/>
              </a:lnSpc>
            </a:pPr>
            <a:r>
              <a:rPr lang="en-US" sz="886" spc="62">
                <a:solidFill>
                  <a:srgbClr val="FFFFFF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EXIT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422396" y="13315367"/>
            <a:ext cx="2856672" cy="619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4"/>
              </a:lnSpc>
            </a:pPr>
            <a:r>
              <a:rPr lang="en-US" sz="4374" spc="306">
                <a:solidFill>
                  <a:srgbClr val="FFFFFF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PIC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422396" y="13841115"/>
            <a:ext cx="2856672" cy="617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4"/>
              </a:lnSpc>
            </a:pPr>
            <a:r>
              <a:rPr lang="en-US" sz="4374">
                <a:solidFill>
                  <a:srgbClr val="CAA24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WORDS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252761" y="14824762"/>
            <a:ext cx="1193791" cy="180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6"/>
              </a:lnSpc>
            </a:pPr>
            <a:r>
              <a:rPr lang="en-US" sz="1332" spc="93">
                <a:solidFill>
                  <a:srgbClr val="CAA24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NEW GAME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252761" y="15486794"/>
            <a:ext cx="1193791" cy="180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6"/>
              </a:lnSpc>
            </a:pPr>
            <a:r>
              <a:rPr lang="en-US" sz="1332" spc="93">
                <a:solidFill>
                  <a:srgbClr val="CAA24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RANKING</a:t>
            </a:r>
          </a:p>
        </p:txBody>
      </p:sp>
      <p:grpSp>
        <p:nvGrpSpPr>
          <p:cNvPr name="Group 49" id="49"/>
          <p:cNvGrpSpPr>
            <a:grpSpLocks noChangeAspect="true"/>
          </p:cNvGrpSpPr>
          <p:nvPr/>
        </p:nvGrpSpPr>
        <p:grpSpPr>
          <a:xfrm rot="0">
            <a:off x="2032528" y="26212219"/>
            <a:ext cx="8466016" cy="6797290"/>
            <a:chOff x="0" y="0"/>
            <a:chExt cx="7467600" cy="599567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2429510" y="5210810"/>
              <a:ext cx="2606040" cy="791210"/>
            </a:xfrm>
            <a:custGeom>
              <a:avLst/>
              <a:gdLst/>
              <a:ahLst/>
              <a:cxnLst/>
              <a:rect r="r" b="b" t="t" l="l"/>
              <a:pathLst>
                <a:path h="791210" w="2606040">
                  <a:moveTo>
                    <a:pt x="1258570" y="0"/>
                  </a:moveTo>
                  <a:lnTo>
                    <a:pt x="453390" y="0"/>
                  </a:lnTo>
                  <a:cubicBezTo>
                    <a:pt x="453390" y="0"/>
                    <a:pt x="429260" y="370840"/>
                    <a:pt x="403860" y="525780"/>
                  </a:cubicBezTo>
                  <a:cubicBezTo>
                    <a:pt x="359410" y="791210"/>
                    <a:pt x="87630" y="706120"/>
                    <a:pt x="10160" y="762000"/>
                  </a:cubicBezTo>
                  <a:cubicBezTo>
                    <a:pt x="0" y="769620"/>
                    <a:pt x="5080" y="786130"/>
                    <a:pt x="17780" y="786130"/>
                  </a:cubicBezTo>
                  <a:lnTo>
                    <a:pt x="2588260" y="786130"/>
                  </a:lnTo>
                  <a:cubicBezTo>
                    <a:pt x="2600960" y="786130"/>
                    <a:pt x="2606040" y="769620"/>
                    <a:pt x="2595880" y="762000"/>
                  </a:cubicBezTo>
                  <a:cubicBezTo>
                    <a:pt x="2518410" y="706120"/>
                    <a:pt x="2246630" y="791210"/>
                    <a:pt x="2202180" y="525780"/>
                  </a:cubicBezTo>
                  <a:cubicBezTo>
                    <a:pt x="2176780" y="370840"/>
                    <a:pt x="2152650" y="0"/>
                    <a:pt x="2152650" y="0"/>
                  </a:cubicBezTo>
                  <a:lnTo>
                    <a:pt x="1258570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9"/>
              <a:stretch>
                <a:fillRect l="0" t="-39006" r="0" b="-39006"/>
              </a:stretch>
            </a:blipFill>
          </p:spPr>
        </p:sp>
      </p:grpSp>
      <p:sp>
        <p:nvSpPr>
          <p:cNvPr name="Freeform 54" id="54"/>
          <p:cNvSpPr/>
          <p:nvPr/>
        </p:nvSpPr>
        <p:spPr>
          <a:xfrm flipH="false" flipV="false" rot="0">
            <a:off x="9519302" y="29841962"/>
            <a:ext cx="296997" cy="296997"/>
          </a:xfrm>
          <a:custGeom>
            <a:avLst/>
            <a:gdLst/>
            <a:ahLst/>
            <a:cxnLst/>
            <a:rect r="r" b="b" t="t" l="l"/>
            <a:pathLst>
              <a:path h="296997" w="296997">
                <a:moveTo>
                  <a:pt x="0" y="0"/>
                </a:moveTo>
                <a:lnTo>
                  <a:pt x="296997" y="0"/>
                </a:lnTo>
                <a:lnTo>
                  <a:pt x="296997" y="296997"/>
                </a:lnTo>
                <a:lnTo>
                  <a:pt x="0" y="2969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5" id="55"/>
          <p:cNvGrpSpPr/>
          <p:nvPr/>
        </p:nvGrpSpPr>
        <p:grpSpPr>
          <a:xfrm rot="0">
            <a:off x="7886086" y="27324790"/>
            <a:ext cx="2011598" cy="3301766"/>
            <a:chOff x="0" y="0"/>
            <a:chExt cx="585060" cy="960297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85060" cy="960297"/>
            </a:xfrm>
            <a:custGeom>
              <a:avLst/>
              <a:gdLst/>
              <a:ahLst/>
              <a:cxnLst/>
              <a:rect r="r" b="b" t="t" l="l"/>
              <a:pathLst>
                <a:path h="960297" w="585060">
                  <a:moveTo>
                    <a:pt x="0" y="0"/>
                  </a:moveTo>
                  <a:lnTo>
                    <a:pt x="585060" y="0"/>
                  </a:lnTo>
                  <a:lnTo>
                    <a:pt x="585060" y="960297"/>
                  </a:lnTo>
                  <a:lnTo>
                    <a:pt x="0" y="960297"/>
                  </a:lnTo>
                  <a:close/>
                </a:path>
              </a:pathLst>
            </a:custGeom>
            <a:solidFill>
              <a:srgbClr val="8AA79F"/>
            </a:solidFill>
            <a:ln w="9525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585060" cy="998397"/>
            </a:xfrm>
            <a:prstGeom prst="rect">
              <a:avLst/>
            </a:prstGeom>
          </p:spPr>
          <p:txBody>
            <a:bodyPr anchor="ctr" rtlCol="false" tIns="46002" lIns="46002" bIns="46002" rIns="46002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2699592" y="26841456"/>
            <a:ext cx="5061773" cy="3785100"/>
            <a:chOff x="0" y="0"/>
            <a:chExt cx="865991" cy="64757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65991" cy="647572"/>
            </a:xfrm>
            <a:custGeom>
              <a:avLst/>
              <a:gdLst/>
              <a:ahLst/>
              <a:cxnLst/>
              <a:rect r="r" b="b" t="t" l="l"/>
              <a:pathLst>
                <a:path h="647572" w="865991">
                  <a:moveTo>
                    <a:pt x="30590" y="0"/>
                  </a:moveTo>
                  <a:lnTo>
                    <a:pt x="835401" y="0"/>
                  </a:lnTo>
                  <a:cubicBezTo>
                    <a:pt x="843514" y="0"/>
                    <a:pt x="851294" y="3223"/>
                    <a:pt x="857031" y="8960"/>
                  </a:cubicBezTo>
                  <a:cubicBezTo>
                    <a:pt x="862768" y="14696"/>
                    <a:pt x="865991" y="22477"/>
                    <a:pt x="865991" y="30590"/>
                  </a:cubicBezTo>
                  <a:lnTo>
                    <a:pt x="865991" y="616982"/>
                  </a:lnTo>
                  <a:cubicBezTo>
                    <a:pt x="865991" y="625095"/>
                    <a:pt x="862768" y="632876"/>
                    <a:pt x="857031" y="638612"/>
                  </a:cubicBezTo>
                  <a:cubicBezTo>
                    <a:pt x="851294" y="644349"/>
                    <a:pt x="843514" y="647572"/>
                    <a:pt x="835401" y="647572"/>
                  </a:cubicBezTo>
                  <a:lnTo>
                    <a:pt x="30590" y="647572"/>
                  </a:lnTo>
                  <a:cubicBezTo>
                    <a:pt x="22477" y="647572"/>
                    <a:pt x="14696" y="644349"/>
                    <a:pt x="8960" y="638612"/>
                  </a:cubicBezTo>
                  <a:cubicBezTo>
                    <a:pt x="3223" y="632876"/>
                    <a:pt x="0" y="625095"/>
                    <a:pt x="0" y="616982"/>
                  </a:cubicBezTo>
                  <a:lnTo>
                    <a:pt x="0" y="30590"/>
                  </a:lnTo>
                  <a:cubicBezTo>
                    <a:pt x="0" y="22477"/>
                    <a:pt x="3223" y="14696"/>
                    <a:pt x="8960" y="8960"/>
                  </a:cubicBezTo>
                  <a:cubicBezTo>
                    <a:pt x="14696" y="3223"/>
                    <a:pt x="22477" y="0"/>
                    <a:pt x="30590" y="0"/>
                  </a:cubicBezTo>
                  <a:close/>
                </a:path>
              </a:pathLst>
            </a:custGeom>
            <a:blipFill>
              <a:blip r:embed="rId12"/>
              <a:stretch>
                <a:fillRect l="0" t="-13123" r="0" b="-70067"/>
              </a:stretch>
            </a:blipFill>
            <a:ln w="9525" cap="sq">
              <a:solidFill>
                <a:srgbClr val="FFFFFF"/>
              </a:solidFill>
              <a:prstDash val="lgDash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3768337" y="27301650"/>
            <a:ext cx="389360" cy="347591"/>
            <a:chOff x="0" y="0"/>
            <a:chExt cx="104763" cy="9352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4763" cy="93525"/>
            </a:xfrm>
            <a:custGeom>
              <a:avLst/>
              <a:gdLst/>
              <a:ahLst/>
              <a:cxnLst/>
              <a:rect r="r" b="b" t="t" l="l"/>
              <a:pathLst>
                <a:path h="93525" w="104763">
                  <a:moveTo>
                    <a:pt x="0" y="0"/>
                  </a:moveTo>
                  <a:lnTo>
                    <a:pt x="104763" y="0"/>
                  </a:lnTo>
                  <a:lnTo>
                    <a:pt x="104763" y="93525"/>
                  </a:lnTo>
                  <a:lnTo>
                    <a:pt x="0" y="935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104763" cy="131625"/>
            </a:xfrm>
            <a:prstGeom prst="rect">
              <a:avLst/>
            </a:prstGeom>
          </p:spPr>
          <p:txBody>
            <a:bodyPr anchor="ctr" rtlCol="false" tIns="49726" lIns="49726" bIns="49726" rIns="497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3768337" y="28123124"/>
            <a:ext cx="389360" cy="347591"/>
            <a:chOff x="0" y="0"/>
            <a:chExt cx="104763" cy="93525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4763" cy="93525"/>
            </a:xfrm>
            <a:custGeom>
              <a:avLst/>
              <a:gdLst/>
              <a:ahLst/>
              <a:cxnLst/>
              <a:rect r="r" b="b" t="t" l="l"/>
              <a:pathLst>
                <a:path h="93525" w="104763">
                  <a:moveTo>
                    <a:pt x="0" y="0"/>
                  </a:moveTo>
                  <a:lnTo>
                    <a:pt x="104763" y="0"/>
                  </a:lnTo>
                  <a:lnTo>
                    <a:pt x="104763" y="93525"/>
                  </a:lnTo>
                  <a:lnTo>
                    <a:pt x="0" y="935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104763" cy="131625"/>
            </a:xfrm>
            <a:prstGeom prst="rect">
              <a:avLst/>
            </a:prstGeom>
          </p:spPr>
          <p:txBody>
            <a:bodyPr anchor="ctr" rtlCol="false" tIns="49726" lIns="49726" bIns="49726" rIns="497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3768337" y="28535980"/>
            <a:ext cx="389360" cy="347591"/>
            <a:chOff x="0" y="0"/>
            <a:chExt cx="104763" cy="93525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4763" cy="93525"/>
            </a:xfrm>
            <a:custGeom>
              <a:avLst/>
              <a:gdLst/>
              <a:ahLst/>
              <a:cxnLst/>
              <a:rect r="r" b="b" t="t" l="l"/>
              <a:pathLst>
                <a:path h="93525" w="104763">
                  <a:moveTo>
                    <a:pt x="0" y="0"/>
                  </a:moveTo>
                  <a:lnTo>
                    <a:pt x="104763" y="0"/>
                  </a:lnTo>
                  <a:lnTo>
                    <a:pt x="104763" y="93525"/>
                  </a:lnTo>
                  <a:lnTo>
                    <a:pt x="0" y="935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104763" cy="131625"/>
            </a:xfrm>
            <a:prstGeom prst="rect">
              <a:avLst/>
            </a:prstGeom>
          </p:spPr>
          <p:txBody>
            <a:bodyPr anchor="ctr" rtlCol="false" tIns="49726" lIns="49726" bIns="49726" rIns="497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3768337" y="28948836"/>
            <a:ext cx="389360" cy="347591"/>
            <a:chOff x="0" y="0"/>
            <a:chExt cx="104763" cy="9352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4763" cy="93525"/>
            </a:xfrm>
            <a:custGeom>
              <a:avLst/>
              <a:gdLst/>
              <a:ahLst/>
              <a:cxnLst/>
              <a:rect r="r" b="b" t="t" l="l"/>
              <a:pathLst>
                <a:path h="93525" w="104763">
                  <a:moveTo>
                    <a:pt x="0" y="0"/>
                  </a:moveTo>
                  <a:lnTo>
                    <a:pt x="104763" y="0"/>
                  </a:lnTo>
                  <a:lnTo>
                    <a:pt x="104763" y="93525"/>
                  </a:lnTo>
                  <a:lnTo>
                    <a:pt x="0" y="935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104763" cy="131625"/>
            </a:xfrm>
            <a:prstGeom prst="rect">
              <a:avLst/>
            </a:prstGeom>
          </p:spPr>
          <p:txBody>
            <a:bodyPr anchor="ctr" rtlCol="false" tIns="49726" lIns="49726" bIns="49726" rIns="497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3768337" y="29352368"/>
            <a:ext cx="389360" cy="347591"/>
            <a:chOff x="0" y="0"/>
            <a:chExt cx="104763" cy="93525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4763" cy="93525"/>
            </a:xfrm>
            <a:custGeom>
              <a:avLst/>
              <a:gdLst/>
              <a:ahLst/>
              <a:cxnLst/>
              <a:rect r="r" b="b" t="t" l="l"/>
              <a:pathLst>
                <a:path h="93525" w="104763">
                  <a:moveTo>
                    <a:pt x="0" y="0"/>
                  </a:moveTo>
                  <a:lnTo>
                    <a:pt x="104763" y="0"/>
                  </a:lnTo>
                  <a:lnTo>
                    <a:pt x="104763" y="93525"/>
                  </a:lnTo>
                  <a:lnTo>
                    <a:pt x="0" y="935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104763" cy="131625"/>
            </a:xfrm>
            <a:prstGeom prst="rect">
              <a:avLst/>
            </a:prstGeom>
          </p:spPr>
          <p:txBody>
            <a:bodyPr anchor="ctr" rtlCol="false" tIns="49726" lIns="49726" bIns="49726" rIns="497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3768337" y="29755900"/>
            <a:ext cx="389360" cy="347591"/>
            <a:chOff x="0" y="0"/>
            <a:chExt cx="104763" cy="9352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4763" cy="93525"/>
            </a:xfrm>
            <a:custGeom>
              <a:avLst/>
              <a:gdLst/>
              <a:ahLst/>
              <a:cxnLst/>
              <a:rect r="r" b="b" t="t" l="l"/>
              <a:pathLst>
                <a:path h="93525" w="104763">
                  <a:moveTo>
                    <a:pt x="0" y="0"/>
                  </a:moveTo>
                  <a:lnTo>
                    <a:pt x="104763" y="0"/>
                  </a:lnTo>
                  <a:lnTo>
                    <a:pt x="104763" y="93525"/>
                  </a:lnTo>
                  <a:lnTo>
                    <a:pt x="0" y="935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104763" cy="131625"/>
            </a:xfrm>
            <a:prstGeom prst="rect">
              <a:avLst/>
            </a:prstGeom>
          </p:spPr>
          <p:txBody>
            <a:bodyPr anchor="ctr" rtlCol="false" tIns="49726" lIns="49726" bIns="49726" rIns="497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8" id="78"/>
          <p:cNvGrpSpPr/>
          <p:nvPr/>
        </p:nvGrpSpPr>
        <p:grpSpPr>
          <a:xfrm rot="-5400000">
            <a:off x="3781914" y="27677925"/>
            <a:ext cx="389360" cy="416515"/>
            <a:chOff x="0" y="0"/>
            <a:chExt cx="104763" cy="11207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4763" cy="112070"/>
            </a:xfrm>
            <a:custGeom>
              <a:avLst/>
              <a:gdLst/>
              <a:ahLst/>
              <a:cxnLst/>
              <a:rect r="r" b="b" t="t" l="l"/>
              <a:pathLst>
                <a:path h="112070" w="104763">
                  <a:moveTo>
                    <a:pt x="0" y="0"/>
                  </a:moveTo>
                  <a:lnTo>
                    <a:pt x="104763" y="0"/>
                  </a:lnTo>
                  <a:lnTo>
                    <a:pt x="104763" y="112070"/>
                  </a:lnTo>
                  <a:lnTo>
                    <a:pt x="0" y="112070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104763" cy="150170"/>
            </a:xfrm>
            <a:prstGeom prst="rect">
              <a:avLst/>
            </a:prstGeom>
          </p:spPr>
          <p:txBody>
            <a:bodyPr anchor="ctr" rtlCol="false" tIns="49726" lIns="49726" bIns="49726" rIns="497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1" id="81"/>
          <p:cNvGrpSpPr/>
          <p:nvPr/>
        </p:nvGrpSpPr>
        <p:grpSpPr>
          <a:xfrm rot="-5400000">
            <a:off x="4224995" y="27712387"/>
            <a:ext cx="389360" cy="347591"/>
            <a:chOff x="0" y="0"/>
            <a:chExt cx="104763" cy="93525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4763" cy="93525"/>
            </a:xfrm>
            <a:custGeom>
              <a:avLst/>
              <a:gdLst/>
              <a:ahLst/>
              <a:cxnLst/>
              <a:rect r="r" b="b" t="t" l="l"/>
              <a:pathLst>
                <a:path h="93525" w="104763">
                  <a:moveTo>
                    <a:pt x="0" y="0"/>
                  </a:moveTo>
                  <a:lnTo>
                    <a:pt x="104763" y="0"/>
                  </a:lnTo>
                  <a:lnTo>
                    <a:pt x="104763" y="93525"/>
                  </a:lnTo>
                  <a:lnTo>
                    <a:pt x="0" y="935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104763" cy="131625"/>
            </a:xfrm>
            <a:prstGeom prst="rect">
              <a:avLst/>
            </a:prstGeom>
          </p:spPr>
          <p:txBody>
            <a:bodyPr anchor="ctr" rtlCol="false" tIns="49726" lIns="49726" bIns="49726" rIns="497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4" id="84"/>
          <p:cNvGrpSpPr/>
          <p:nvPr/>
        </p:nvGrpSpPr>
        <p:grpSpPr>
          <a:xfrm rot="-5400000">
            <a:off x="4637851" y="27712387"/>
            <a:ext cx="389360" cy="347591"/>
            <a:chOff x="0" y="0"/>
            <a:chExt cx="104763" cy="93525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4763" cy="93525"/>
            </a:xfrm>
            <a:custGeom>
              <a:avLst/>
              <a:gdLst/>
              <a:ahLst/>
              <a:cxnLst/>
              <a:rect r="r" b="b" t="t" l="l"/>
              <a:pathLst>
                <a:path h="93525" w="104763">
                  <a:moveTo>
                    <a:pt x="0" y="0"/>
                  </a:moveTo>
                  <a:lnTo>
                    <a:pt x="104763" y="0"/>
                  </a:lnTo>
                  <a:lnTo>
                    <a:pt x="104763" y="93525"/>
                  </a:lnTo>
                  <a:lnTo>
                    <a:pt x="0" y="935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104763" cy="131625"/>
            </a:xfrm>
            <a:prstGeom prst="rect">
              <a:avLst/>
            </a:prstGeom>
          </p:spPr>
          <p:txBody>
            <a:bodyPr anchor="ctr" rtlCol="false" tIns="49726" lIns="49726" bIns="49726" rIns="497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7" id="87"/>
          <p:cNvGrpSpPr/>
          <p:nvPr/>
        </p:nvGrpSpPr>
        <p:grpSpPr>
          <a:xfrm rot="-5400000">
            <a:off x="5050706" y="27712387"/>
            <a:ext cx="389360" cy="347591"/>
            <a:chOff x="0" y="0"/>
            <a:chExt cx="104763" cy="93525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04763" cy="93525"/>
            </a:xfrm>
            <a:custGeom>
              <a:avLst/>
              <a:gdLst/>
              <a:ahLst/>
              <a:cxnLst/>
              <a:rect r="r" b="b" t="t" l="l"/>
              <a:pathLst>
                <a:path h="93525" w="104763">
                  <a:moveTo>
                    <a:pt x="0" y="0"/>
                  </a:moveTo>
                  <a:lnTo>
                    <a:pt x="104763" y="0"/>
                  </a:lnTo>
                  <a:lnTo>
                    <a:pt x="104763" y="93525"/>
                  </a:lnTo>
                  <a:lnTo>
                    <a:pt x="0" y="935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9" id="89"/>
            <p:cNvSpPr txBox="true"/>
            <p:nvPr/>
          </p:nvSpPr>
          <p:spPr>
            <a:xfrm>
              <a:off x="0" y="-38100"/>
              <a:ext cx="104763" cy="131625"/>
            </a:xfrm>
            <a:prstGeom prst="rect">
              <a:avLst/>
            </a:prstGeom>
          </p:spPr>
          <p:txBody>
            <a:bodyPr anchor="ctr" rtlCol="false" tIns="49726" lIns="49726" bIns="49726" rIns="497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0" id="90"/>
          <p:cNvGrpSpPr/>
          <p:nvPr/>
        </p:nvGrpSpPr>
        <p:grpSpPr>
          <a:xfrm rot="-5400000">
            <a:off x="5463562" y="27712387"/>
            <a:ext cx="389360" cy="347591"/>
            <a:chOff x="0" y="0"/>
            <a:chExt cx="104763" cy="93525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04763" cy="93525"/>
            </a:xfrm>
            <a:custGeom>
              <a:avLst/>
              <a:gdLst/>
              <a:ahLst/>
              <a:cxnLst/>
              <a:rect r="r" b="b" t="t" l="l"/>
              <a:pathLst>
                <a:path h="93525" w="104763">
                  <a:moveTo>
                    <a:pt x="0" y="0"/>
                  </a:moveTo>
                  <a:lnTo>
                    <a:pt x="104763" y="0"/>
                  </a:lnTo>
                  <a:lnTo>
                    <a:pt x="104763" y="93525"/>
                  </a:lnTo>
                  <a:lnTo>
                    <a:pt x="0" y="935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2" id="92"/>
            <p:cNvSpPr txBox="true"/>
            <p:nvPr/>
          </p:nvSpPr>
          <p:spPr>
            <a:xfrm>
              <a:off x="0" y="-38100"/>
              <a:ext cx="104763" cy="131625"/>
            </a:xfrm>
            <a:prstGeom prst="rect">
              <a:avLst/>
            </a:prstGeom>
          </p:spPr>
          <p:txBody>
            <a:bodyPr anchor="ctr" rtlCol="false" tIns="49726" lIns="49726" bIns="49726" rIns="497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3" id="93"/>
          <p:cNvGrpSpPr/>
          <p:nvPr/>
        </p:nvGrpSpPr>
        <p:grpSpPr>
          <a:xfrm rot="-5400000">
            <a:off x="5867094" y="27712387"/>
            <a:ext cx="389360" cy="347591"/>
            <a:chOff x="0" y="0"/>
            <a:chExt cx="104763" cy="93525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04763" cy="93525"/>
            </a:xfrm>
            <a:custGeom>
              <a:avLst/>
              <a:gdLst/>
              <a:ahLst/>
              <a:cxnLst/>
              <a:rect r="r" b="b" t="t" l="l"/>
              <a:pathLst>
                <a:path h="93525" w="104763">
                  <a:moveTo>
                    <a:pt x="0" y="0"/>
                  </a:moveTo>
                  <a:lnTo>
                    <a:pt x="104763" y="0"/>
                  </a:lnTo>
                  <a:lnTo>
                    <a:pt x="104763" y="93525"/>
                  </a:lnTo>
                  <a:lnTo>
                    <a:pt x="0" y="935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104763" cy="131625"/>
            </a:xfrm>
            <a:prstGeom prst="rect">
              <a:avLst/>
            </a:prstGeom>
          </p:spPr>
          <p:txBody>
            <a:bodyPr anchor="ctr" rtlCol="false" tIns="49726" lIns="49726" bIns="49726" rIns="497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6" id="96"/>
          <p:cNvGrpSpPr/>
          <p:nvPr/>
        </p:nvGrpSpPr>
        <p:grpSpPr>
          <a:xfrm rot="-5400000">
            <a:off x="6270627" y="27712387"/>
            <a:ext cx="389360" cy="347591"/>
            <a:chOff x="0" y="0"/>
            <a:chExt cx="104763" cy="93525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04763" cy="93525"/>
            </a:xfrm>
            <a:custGeom>
              <a:avLst/>
              <a:gdLst/>
              <a:ahLst/>
              <a:cxnLst/>
              <a:rect r="r" b="b" t="t" l="l"/>
              <a:pathLst>
                <a:path h="93525" w="104763">
                  <a:moveTo>
                    <a:pt x="0" y="0"/>
                  </a:moveTo>
                  <a:lnTo>
                    <a:pt x="104763" y="0"/>
                  </a:lnTo>
                  <a:lnTo>
                    <a:pt x="104763" y="93525"/>
                  </a:lnTo>
                  <a:lnTo>
                    <a:pt x="0" y="935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104763" cy="131625"/>
            </a:xfrm>
            <a:prstGeom prst="rect">
              <a:avLst/>
            </a:prstGeom>
          </p:spPr>
          <p:txBody>
            <a:bodyPr anchor="ctr" rtlCol="false" tIns="49726" lIns="49726" bIns="49726" rIns="497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9" id="99"/>
          <p:cNvGrpSpPr/>
          <p:nvPr/>
        </p:nvGrpSpPr>
        <p:grpSpPr>
          <a:xfrm rot="-10800000">
            <a:off x="5463562" y="29361691"/>
            <a:ext cx="389360" cy="347591"/>
            <a:chOff x="0" y="0"/>
            <a:chExt cx="104763" cy="93525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04763" cy="93525"/>
            </a:xfrm>
            <a:custGeom>
              <a:avLst/>
              <a:gdLst/>
              <a:ahLst/>
              <a:cxnLst/>
              <a:rect r="r" b="b" t="t" l="l"/>
              <a:pathLst>
                <a:path h="93525" w="104763">
                  <a:moveTo>
                    <a:pt x="0" y="0"/>
                  </a:moveTo>
                  <a:lnTo>
                    <a:pt x="104763" y="0"/>
                  </a:lnTo>
                  <a:lnTo>
                    <a:pt x="104763" y="93525"/>
                  </a:lnTo>
                  <a:lnTo>
                    <a:pt x="0" y="935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104763" cy="131625"/>
            </a:xfrm>
            <a:prstGeom prst="rect">
              <a:avLst/>
            </a:prstGeom>
          </p:spPr>
          <p:txBody>
            <a:bodyPr anchor="ctr" rtlCol="false" tIns="49726" lIns="49726" bIns="49726" rIns="497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2" id="102"/>
          <p:cNvGrpSpPr/>
          <p:nvPr/>
        </p:nvGrpSpPr>
        <p:grpSpPr>
          <a:xfrm rot="-10800000">
            <a:off x="5463562" y="28948836"/>
            <a:ext cx="389360" cy="347591"/>
            <a:chOff x="0" y="0"/>
            <a:chExt cx="104763" cy="93525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04763" cy="93525"/>
            </a:xfrm>
            <a:custGeom>
              <a:avLst/>
              <a:gdLst/>
              <a:ahLst/>
              <a:cxnLst/>
              <a:rect r="r" b="b" t="t" l="l"/>
              <a:pathLst>
                <a:path h="93525" w="104763">
                  <a:moveTo>
                    <a:pt x="0" y="0"/>
                  </a:moveTo>
                  <a:lnTo>
                    <a:pt x="104763" y="0"/>
                  </a:lnTo>
                  <a:lnTo>
                    <a:pt x="104763" y="93525"/>
                  </a:lnTo>
                  <a:lnTo>
                    <a:pt x="0" y="935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104763" cy="131625"/>
            </a:xfrm>
            <a:prstGeom prst="rect">
              <a:avLst/>
            </a:prstGeom>
          </p:spPr>
          <p:txBody>
            <a:bodyPr anchor="ctr" rtlCol="false" tIns="49726" lIns="49726" bIns="49726" rIns="497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5" id="105"/>
          <p:cNvGrpSpPr/>
          <p:nvPr/>
        </p:nvGrpSpPr>
        <p:grpSpPr>
          <a:xfrm rot="-10800000">
            <a:off x="5463562" y="28535980"/>
            <a:ext cx="389360" cy="347591"/>
            <a:chOff x="0" y="0"/>
            <a:chExt cx="104763" cy="93525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04763" cy="93525"/>
            </a:xfrm>
            <a:custGeom>
              <a:avLst/>
              <a:gdLst/>
              <a:ahLst/>
              <a:cxnLst/>
              <a:rect r="r" b="b" t="t" l="l"/>
              <a:pathLst>
                <a:path h="93525" w="104763">
                  <a:moveTo>
                    <a:pt x="0" y="0"/>
                  </a:moveTo>
                  <a:lnTo>
                    <a:pt x="104763" y="0"/>
                  </a:lnTo>
                  <a:lnTo>
                    <a:pt x="104763" y="93525"/>
                  </a:lnTo>
                  <a:lnTo>
                    <a:pt x="0" y="935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104763" cy="131625"/>
            </a:xfrm>
            <a:prstGeom prst="rect">
              <a:avLst/>
            </a:prstGeom>
          </p:spPr>
          <p:txBody>
            <a:bodyPr anchor="ctr" rtlCol="false" tIns="49726" lIns="49726" bIns="49726" rIns="497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8" id="108"/>
          <p:cNvGrpSpPr/>
          <p:nvPr/>
        </p:nvGrpSpPr>
        <p:grpSpPr>
          <a:xfrm rot="-10800000">
            <a:off x="5463562" y="28123124"/>
            <a:ext cx="389360" cy="347591"/>
            <a:chOff x="0" y="0"/>
            <a:chExt cx="104763" cy="93525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04763" cy="93525"/>
            </a:xfrm>
            <a:custGeom>
              <a:avLst/>
              <a:gdLst/>
              <a:ahLst/>
              <a:cxnLst/>
              <a:rect r="r" b="b" t="t" l="l"/>
              <a:pathLst>
                <a:path h="93525" w="104763">
                  <a:moveTo>
                    <a:pt x="0" y="0"/>
                  </a:moveTo>
                  <a:lnTo>
                    <a:pt x="104763" y="0"/>
                  </a:lnTo>
                  <a:lnTo>
                    <a:pt x="104763" y="93525"/>
                  </a:lnTo>
                  <a:lnTo>
                    <a:pt x="0" y="935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0" id="110"/>
            <p:cNvSpPr txBox="true"/>
            <p:nvPr/>
          </p:nvSpPr>
          <p:spPr>
            <a:xfrm>
              <a:off x="0" y="-38100"/>
              <a:ext cx="104763" cy="131625"/>
            </a:xfrm>
            <a:prstGeom prst="rect">
              <a:avLst/>
            </a:prstGeom>
          </p:spPr>
          <p:txBody>
            <a:bodyPr anchor="ctr" rtlCol="false" tIns="49726" lIns="49726" bIns="49726" rIns="497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1" id="111"/>
          <p:cNvGrpSpPr/>
          <p:nvPr/>
        </p:nvGrpSpPr>
        <p:grpSpPr>
          <a:xfrm rot="5400000">
            <a:off x="6744085" y="29359454"/>
            <a:ext cx="333419" cy="347591"/>
            <a:chOff x="0" y="0"/>
            <a:chExt cx="89711" cy="93525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89711" cy="93525"/>
            </a:xfrm>
            <a:custGeom>
              <a:avLst/>
              <a:gdLst/>
              <a:ahLst/>
              <a:cxnLst/>
              <a:rect r="r" b="b" t="t" l="l"/>
              <a:pathLst>
                <a:path h="93525" w="89711">
                  <a:moveTo>
                    <a:pt x="0" y="0"/>
                  </a:moveTo>
                  <a:lnTo>
                    <a:pt x="89711" y="0"/>
                  </a:lnTo>
                  <a:lnTo>
                    <a:pt x="89711" y="93525"/>
                  </a:lnTo>
                  <a:lnTo>
                    <a:pt x="0" y="935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89711" cy="131625"/>
            </a:xfrm>
            <a:prstGeom prst="rect">
              <a:avLst/>
            </a:prstGeom>
          </p:spPr>
          <p:txBody>
            <a:bodyPr anchor="ctr" rtlCol="false" tIns="49726" lIns="49726" bIns="49726" rIns="497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4" id="114"/>
          <p:cNvGrpSpPr/>
          <p:nvPr/>
        </p:nvGrpSpPr>
        <p:grpSpPr>
          <a:xfrm rot="5400000">
            <a:off x="6331230" y="29359454"/>
            <a:ext cx="333419" cy="347591"/>
            <a:chOff x="0" y="0"/>
            <a:chExt cx="89711" cy="93525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89711" cy="93525"/>
            </a:xfrm>
            <a:custGeom>
              <a:avLst/>
              <a:gdLst/>
              <a:ahLst/>
              <a:cxnLst/>
              <a:rect r="r" b="b" t="t" l="l"/>
              <a:pathLst>
                <a:path h="93525" w="89711">
                  <a:moveTo>
                    <a:pt x="0" y="0"/>
                  </a:moveTo>
                  <a:lnTo>
                    <a:pt x="89711" y="0"/>
                  </a:lnTo>
                  <a:lnTo>
                    <a:pt x="89711" y="93525"/>
                  </a:lnTo>
                  <a:lnTo>
                    <a:pt x="0" y="935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6" id="116"/>
            <p:cNvSpPr txBox="true"/>
            <p:nvPr/>
          </p:nvSpPr>
          <p:spPr>
            <a:xfrm>
              <a:off x="0" y="-38100"/>
              <a:ext cx="89711" cy="131625"/>
            </a:xfrm>
            <a:prstGeom prst="rect">
              <a:avLst/>
            </a:prstGeom>
          </p:spPr>
          <p:txBody>
            <a:bodyPr anchor="ctr" rtlCol="false" tIns="49726" lIns="49726" bIns="49726" rIns="497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7" id="117"/>
          <p:cNvGrpSpPr/>
          <p:nvPr/>
        </p:nvGrpSpPr>
        <p:grpSpPr>
          <a:xfrm rot="5400000">
            <a:off x="5918374" y="29359454"/>
            <a:ext cx="333419" cy="347591"/>
            <a:chOff x="0" y="0"/>
            <a:chExt cx="89711" cy="93525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89711" cy="93525"/>
            </a:xfrm>
            <a:custGeom>
              <a:avLst/>
              <a:gdLst/>
              <a:ahLst/>
              <a:cxnLst/>
              <a:rect r="r" b="b" t="t" l="l"/>
              <a:pathLst>
                <a:path h="93525" w="89711">
                  <a:moveTo>
                    <a:pt x="0" y="0"/>
                  </a:moveTo>
                  <a:lnTo>
                    <a:pt x="89711" y="0"/>
                  </a:lnTo>
                  <a:lnTo>
                    <a:pt x="89711" y="93525"/>
                  </a:lnTo>
                  <a:lnTo>
                    <a:pt x="0" y="935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9" id="119"/>
            <p:cNvSpPr txBox="true"/>
            <p:nvPr/>
          </p:nvSpPr>
          <p:spPr>
            <a:xfrm>
              <a:off x="0" y="-38100"/>
              <a:ext cx="89711" cy="131625"/>
            </a:xfrm>
            <a:prstGeom prst="rect">
              <a:avLst/>
            </a:prstGeom>
          </p:spPr>
          <p:txBody>
            <a:bodyPr anchor="ctr" rtlCol="false" tIns="49726" lIns="49726" bIns="49726" rIns="497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0" id="120"/>
          <p:cNvGrpSpPr/>
          <p:nvPr/>
        </p:nvGrpSpPr>
        <p:grpSpPr>
          <a:xfrm rot="5400000">
            <a:off x="4195178" y="29755900"/>
            <a:ext cx="361390" cy="347591"/>
            <a:chOff x="0" y="0"/>
            <a:chExt cx="97237" cy="93525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97237" cy="93525"/>
            </a:xfrm>
            <a:custGeom>
              <a:avLst/>
              <a:gdLst/>
              <a:ahLst/>
              <a:cxnLst/>
              <a:rect r="r" b="b" t="t" l="l"/>
              <a:pathLst>
                <a:path h="93525" w="97237">
                  <a:moveTo>
                    <a:pt x="0" y="0"/>
                  </a:moveTo>
                  <a:lnTo>
                    <a:pt x="97237" y="0"/>
                  </a:lnTo>
                  <a:lnTo>
                    <a:pt x="97237" y="93525"/>
                  </a:lnTo>
                  <a:lnTo>
                    <a:pt x="0" y="935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97237" cy="131625"/>
            </a:xfrm>
            <a:prstGeom prst="rect">
              <a:avLst/>
            </a:prstGeom>
          </p:spPr>
          <p:txBody>
            <a:bodyPr anchor="ctr" rtlCol="false" tIns="49726" lIns="49726" bIns="49726" rIns="497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3" id="123"/>
          <p:cNvGrpSpPr/>
          <p:nvPr/>
        </p:nvGrpSpPr>
        <p:grpSpPr>
          <a:xfrm rot="5400000">
            <a:off x="3369466" y="29755900"/>
            <a:ext cx="361390" cy="347591"/>
            <a:chOff x="0" y="0"/>
            <a:chExt cx="97237" cy="93525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97237" cy="93525"/>
            </a:xfrm>
            <a:custGeom>
              <a:avLst/>
              <a:gdLst/>
              <a:ahLst/>
              <a:cxnLst/>
              <a:rect r="r" b="b" t="t" l="l"/>
              <a:pathLst>
                <a:path h="93525" w="97237">
                  <a:moveTo>
                    <a:pt x="0" y="0"/>
                  </a:moveTo>
                  <a:lnTo>
                    <a:pt x="97237" y="0"/>
                  </a:lnTo>
                  <a:lnTo>
                    <a:pt x="97237" y="93525"/>
                  </a:lnTo>
                  <a:lnTo>
                    <a:pt x="0" y="93525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5" id="125"/>
            <p:cNvSpPr txBox="true"/>
            <p:nvPr/>
          </p:nvSpPr>
          <p:spPr>
            <a:xfrm>
              <a:off x="0" y="-38100"/>
              <a:ext cx="97237" cy="131625"/>
            </a:xfrm>
            <a:prstGeom prst="rect">
              <a:avLst/>
            </a:prstGeom>
          </p:spPr>
          <p:txBody>
            <a:bodyPr anchor="ctr" rtlCol="false" tIns="49726" lIns="49726" bIns="49726" rIns="497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7886086" y="26841456"/>
            <a:ext cx="2011598" cy="417354"/>
            <a:chOff x="0" y="0"/>
            <a:chExt cx="585060" cy="121385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585060" cy="121385"/>
            </a:xfrm>
            <a:custGeom>
              <a:avLst/>
              <a:gdLst/>
              <a:ahLst/>
              <a:cxnLst/>
              <a:rect r="r" b="b" t="t" l="l"/>
              <a:pathLst>
                <a:path h="121385" w="585060">
                  <a:moveTo>
                    <a:pt x="0" y="0"/>
                  </a:moveTo>
                  <a:lnTo>
                    <a:pt x="585060" y="0"/>
                  </a:lnTo>
                  <a:lnTo>
                    <a:pt x="585060" y="121385"/>
                  </a:lnTo>
                  <a:lnTo>
                    <a:pt x="0" y="121385"/>
                  </a:lnTo>
                  <a:close/>
                </a:path>
              </a:pathLst>
            </a:custGeom>
            <a:solidFill>
              <a:srgbClr val="8AA79F"/>
            </a:solidFill>
            <a:ln w="9525" cap="sq">
              <a:solidFill>
                <a:srgbClr val="FFFFFF"/>
              </a:solidFill>
              <a:prstDash val="lgDash"/>
              <a:miter/>
            </a:ln>
          </p:spPr>
        </p:sp>
        <p:sp>
          <p:nvSpPr>
            <p:cNvPr name="TextBox 128" id="128"/>
            <p:cNvSpPr txBox="true"/>
            <p:nvPr/>
          </p:nvSpPr>
          <p:spPr>
            <a:xfrm>
              <a:off x="0" y="-38100"/>
              <a:ext cx="585060" cy="159485"/>
            </a:xfrm>
            <a:prstGeom prst="rect">
              <a:avLst/>
            </a:prstGeom>
          </p:spPr>
          <p:txBody>
            <a:bodyPr anchor="ctr" rtlCol="false" tIns="46002" lIns="46002" bIns="46002" rIns="46002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6353867" y="26964613"/>
            <a:ext cx="1275634" cy="153789"/>
            <a:chOff x="0" y="0"/>
            <a:chExt cx="812800" cy="98021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812800" cy="98021"/>
            </a:xfrm>
            <a:custGeom>
              <a:avLst/>
              <a:gdLst/>
              <a:ahLst/>
              <a:cxnLst/>
              <a:rect r="r" b="b" t="t" l="l"/>
              <a:pathLst>
                <a:path h="98021" w="812800">
                  <a:moveTo>
                    <a:pt x="812800" y="49011"/>
                  </a:moveTo>
                  <a:lnTo>
                    <a:pt x="812800" y="49011"/>
                  </a:lnTo>
                  <a:cubicBezTo>
                    <a:pt x="812800" y="76078"/>
                    <a:pt x="790857" y="98021"/>
                    <a:pt x="763789" y="98021"/>
                  </a:cubicBezTo>
                  <a:lnTo>
                    <a:pt x="49011" y="98021"/>
                  </a:lnTo>
                  <a:cubicBezTo>
                    <a:pt x="36012" y="98021"/>
                    <a:pt x="23546" y="92858"/>
                    <a:pt x="14355" y="83666"/>
                  </a:cubicBezTo>
                  <a:cubicBezTo>
                    <a:pt x="5164" y="74475"/>
                    <a:pt x="0" y="62009"/>
                    <a:pt x="0" y="49011"/>
                  </a:cubicBezTo>
                  <a:lnTo>
                    <a:pt x="0" y="49011"/>
                  </a:lnTo>
                  <a:cubicBezTo>
                    <a:pt x="0" y="36012"/>
                    <a:pt x="5164" y="23546"/>
                    <a:pt x="14355" y="14355"/>
                  </a:cubicBezTo>
                  <a:cubicBezTo>
                    <a:pt x="23546" y="5164"/>
                    <a:pt x="36012" y="0"/>
                    <a:pt x="49011" y="0"/>
                  </a:cubicBezTo>
                  <a:lnTo>
                    <a:pt x="763789" y="0"/>
                  </a:lnTo>
                  <a:cubicBezTo>
                    <a:pt x="776788" y="0"/>
                    <a:pt x="789254" y="5164"/>
                    <a:pt x="798445" y="14355"/>
                  </a:cubicBezTo>
                  <a:cubicBezTo>
                    <a:pt x="807636" y="23546"/>
                    <a:pt x="812800" y="36012"/>
                    <a:pt x="812800" y="49011"/>
                  </a:cubicBezTo>
                  <a:close/>
                </a:path>
              </a:pathLst>
            </a:custGeom>
            <a:solidFill>
              <a:srgbClr val="366457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1" id="131"/>
            <p:cNvSpPr txBox="true"/>
            <p:nvPr/>
          </p:nvSpPr>
          <p:spPr>
            <a:xfrm>
              <a:off x="0" y="-47625"/>
              <a:ext cx="812800" cy="145646"/>
            </a:xfrm>
            <a:prstGeom prst="rect">
              <a:avLst/>
            </a:prstGeom>
          </p:spPr>
          <p:txBody>
            <a:bodyPr anchor="ctr" rtlCol="false" tIns="46002" lIns="46002" bIns="46002" rIns="46002"/>
            <a:lstStyle/>
            <a:p>
              <a:pPr algn="ctr">
                <a:lnSpc>
                  <a:spcPts val="3006"/>
                </a:lnSpc>
              </a:pP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7947615" y="29736466"/>
            <a:ext cx="1888538" cy="668731"/>
            <a:chOff x="0" y="0"/>
            <a:chExt cx="549269" cy="194496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549269" cy="194496"/>
            </a:xfrm>
            <a:custGeom>
              <a:avLst/>
              <a:gdLst/>
              <a:ahLst/>
              <a:cxnLst/>
              <a:rect r="r" b="b" t="t" l="l"/>
              <a:pathLst>
                <a:path h="194496" w="549269">
                  <a:moveTo>
                    <a:pt x="53293" y="0"/>
                  </a:moveTo>
                  <a:lnTo>
                    <a:pt x="495977" y="0"/>
                  </a:lnTo>
                  <a:cubicBezTo>
                    <a:pt x="510111" y="0"/>
                    <a:pt x="523666" y="5615"/>
                    <a:pt x="533660" y="15609"/>
                  </a:cubicBezTo>
                  <a:cubicBezTo>
                    <a:pt x="543655" y="25603"/>
                    <a:pt x="549269" y="39158"/>
                    <a:pt x="549269" y="53293"/>
                  </a:cubicBezTo>
                  <a:lnTo>
                    <a:pt x="549269" y="141203"/>
                  </a:lnTo>
                  <a:cubicBezTo>
                    <a:pt x="549269" y="170636"/>
                    <a:pt x="525409" y="194496"/>
                    <a:pt x="495977" y="194496"/>
                  </a:cubicBezTo>
                  <a:lnTo>
                    <a:pt x="53293" y="194496"/>
                  </a:lnTo>
                  <a:cubicBezTo>
                    <a:pt x="23860" y="194496"/>
                    <a:pt x="0" y="170636"/>
                    <a:pt x="0" y="141203"/>
                  </a:cubicBezTo>
                  <a:lnTo>
                    <a:pt x="0" y="53293"/>
                  </a:lnTo>
                  <a:cubicBezTo>
                    <a:pt x="0" y="23860"/>
                    <a:pt x="23860" y="0"/>
                    <a:pt x="53293" y="0"/>
                  </a:cubicBezTo>
                  <a:close/>
                </a:path>
              </a:pathLst>
            </a:custGeom>
            <a:solidFill>
              <a:srgbClr val="366457">
                <a:alpha val="29804"/>
              </a:srgbClr>
            </a:solid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38100"/>
              <a:ext cx="549269" cy="232596"/>
            </a:xfrm>
            <a:prstGeom prst="rect">
              <a:avLst/>
            </a:prstGeom>
          </p:spPr>
          <p:txBody>
            <a:bodyPr anchor="ctr" rtlCol="false" tIns="46002" lIns="46002" bIns="46002" rIns="46002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7948101" y="27471512"/>
            <a:ext cx="1888538" cy="668731"/>
            <a:chOff x="0" y="0"/>
            <a:chExt cx="549269" cy="194496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549269" cy="194496"/>
            </a:xfrm>
            <a:custGeom>
              <a:avLst/>
              <a:gdLst/>
              <a:ahLst/>
              <a:cxnLst/>
              <a:rect r="r" b="b" t="t" l="l"/>
              <a:pathLst>
                <a:path h="194496" w="549269">
                  <a:moveTo>
                    <a:pt x="53293" y="0"/>
                  </a:moveTo>
                  <a:lnTo>
                    <a:pt x="495977" y="0"/>
                  </a:lnTo>
                  <a:cubicBezTo>
                    <a:pt x="510111" y="0"/>
                    <a:pt x="523666" y="5615"/>
                    <a:pt x="533660" y="15609"/>
                  </a:cubicBezTo>
                  <a:cubicBezTo>
                    <a:pt x="543655" y="25603"/>
                    <a:pt x="549269" y="39158"/>
                    <a:pt x="549269" y="53293"/>
                  </a:cubicBezTo>
                  <a:lnTo>
                    <a:pt x="549269" y="141203"/>
                  </a:lnTo>
                  <a:cubicBezTo>
                    <a:pt x="549269" y="170636"/>
                    <a:pt x="525409" y="194496"/>
                    <a:pt x="495977" y="194496"/>
                  </a:cubicBezTo>
                  <a:lnTo>
                    <a:pt x="53293" y="194496"/>
                  </a:lnTo>
                  <a:cubicBezTo>
                    <a:pt x="23860" y="194496"/>
                    <a:pt x="0" y="170636"/>
                    <a:pt x="0" y="141203"/>
                  </a:cubicBezTo>
                  <a:lnTo>
                    <a:pt x="0" y="53293"/>
                  </a:lnTo>
                  <a:cubicBezTo>
                    <a:pt x="0" y="23860"/>
                    <a:pt x="23860" y="0"/>
                    <a:pt x="53293" y="0"/>
                  </a:cubicBezTo>
                  <a:close/>
                </a:path>
              </a:pathLst>
            </a:custGeom>
            <a:solidFill>
              <a:srgbClr val="366457">
                <a:alpha val="29804"/>
              </a:srgbClr>
            </a:solid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38100"/>
              <a:ext cx="549269" cy="232596"/>
            </a:xfrm>
            <a:prstGeom prst="rect">
              <a:avLst/>
            </a:prstGeom>
          </p:spPr>
          <p:txBody>
            <a:bodyPr anchor="ctr" rtlCol="false" tIns="46002" lIns="46002" bIns="46002" rIns="46002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8" id="138"/>
          <p:cNvSpPr txBox="true"/>
          <p:nvPr/>
        </p:nvSpPr>
        <p:spPr>
          <a:xfrm rot="0">
            <a:off x="8050871" y="27715991"/>
            <a:ext cx="230056" cy="205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8"/>
              </a:lnSpc>
            </a:pPr>
            <a:r>
              <a:rPr lang="en-US" sz="1443" spc="101">
                <a:solidFill>
                  <a:srgbClr val="F0EBD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1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8364813" y="27674194"/>
            <a:ext cx="1302987" cy="279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9"/>
              </a:lnSpc>
            </a:pPr>
            <a:r>
              <a:rPr lang="en-US" sz="727" spc="50">
                <a:solidFill>
                  <a:srgbClr val="F0EBD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PRINCIPAL SÍMBOLO DO BAIRRO, ACESO À NOITE. </a:t>
            </a:r>
          </a:p>
        </p:txBody>
      </p:sp>
      <p:grpSp>
        <p:nvGrpSpPr>
          <p:cNvPr name="Group 140" id="140"/>
          <p:cNvGrpSpPr/>
          <p:nvPr/>
        </p:nvGrpSpPr>
        <p:grpSpPr>
          <a:xfrm rot="0">
            <a:off x="7947615" y="28226497"/>
            <a:ext cx="1888538" cy="668731"/>
            <a:chOff x="0" y="0"/>
            <a:chExt cx="549269" cy="194496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549269" cy="194496"/>
            </a:xfrm>
            <a:custGeom>
              <a:avLst/>
              <a:gdLst/>
              <a:ahLst/>
              <a:cxnLst/>
              <a:rect r="r" b="b" t="t" l="l"/>
              <a:pathLst>
                <a:path h="194496" w="549269">
                  <a:moveTo>
                    <a:pt x="53293" y="0"/>
                  </a:moveTo>
                  <a:lnTo>
                    <a:pt x="495977" y="0"/>
                  </a:lnTo>
                  <a:cubicBezTo>
                    <a:pt x="510111" y="0"/>
                    <a:pt x="523666" y="5615"/>
                    <a:pt x="533660" y="15609"/>
                  </a:cubicBezTo>
                  <a:cubicBezTo>
                    <a:pt x="543655" y="25603"/>
                    <a:pt x="549269" y="39158"/>
                    <a:pt x="549269" y="53293"/>
                  </a:cubicBezTo>
                  <a:lnTo>
                    <a:pt x="549269" y="141203"/>
                  </a:lnTo>
                  <a:cubicBezTo>
                    <a:pt x="549269" y="170636"/>
                    <a:pt x="525409" y="194496"/>
                    <a:pt x="495977" y="194496"/>
                  </a:cubicBezTo>
                  <a:lnTo>
                    <a:pt x="53293" y="194496"/>
                  </a:lnTo>
                  <a:cubicBezTo>
                    <a:pt x="23860" y="194496"/>
                    <a:pt x="0" y="170636"/>
                    <a:pt x="0" y="141203"/>
                  </a:cubicBezTo>
                  <a:lnTo>
                    <a:pt x="0" y="53293"/>
                  </a:lnTo>
                  <a:cubicBezTo>
                    <a:pt x="0" y="23860"/>
                    <a:pt x="23860" y="0"/>
                    <a:pt x="53293" y="0"/>
                  </a:cubicBezTo>
                  <a:close/>
                </a:path>
              </a:pathLst>
            </a:custGeom>
            <a:solidFill>
              <a:srgbClr val="366457">
                <a:alpha val="29804"/>
              </a:srgbClr>
            </a:solid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549269" cy="232596"/>
            </a:xfrm>
            <a:prstGeom prst="rect">
              <a:avLst/>
            </a:prstGeom>
          </p:spPr>
          <p:txBody>
            <a:bodyPr anchor="ctr" rtlCol="false" tIns="46002" lIns="46002" bIns="46002" rIns="46002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3" id="143"/>
          <p:cNvSpPr txBox="true"/>
          <p:nvPr/>
        </p:nvSpPr>
        <p:spPr>
          <a:xfrm rot="0">
            <a:off x="8364813" y="28421520"/>
            <a:ext cx="1302987" cy="278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6"/>
              </a:lnSpc>
            </a:pPr>
            <a:r>
              <a:rPr lang="en-US" sz="724" spc="50">
                <a:solidFill>
                  <a:srgbClr val="F0EBD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GRANDE FEIRA DE RUA QUE ACONTECE AOS FINAIS DE SEMANA. </a:t>
            </a:r>
          </a:p>
        </p:txBody>
      </p:sp>
      <p:grpSp>
        <p:nvGrpSpPr>
          <p:cNvPr name="Group 144" id="144"/>
          <p:cNvGrpSpPr/>
          <p:nvPr/>
        </p:nvGrpSpPr>
        <p:grpSpPr>
          <a:xfrm rot="0">
            <a:off x="7948101" y="28981481"/>
            <a:ext cx="1888538" cy="668731"/>
            <a:chOff x="0" y="0"/>
            <a:chExt cx="549269" cy="194496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549269" cy="194496"/>
            </a:xfrm>
            <a:custGeom>
              <a:avLst/>
              <a:gdLst/>
              <a:ahLst/>
              <a:cxnLst/>
              <a:rect r="r" b="b" t="t" l="l"/>
              <a:pathLst>
                <a:path h="194496" w="549269">
                  <a:moveTo>
                    <a:pt x="53293" y="0"/>
                  </a:moveTo>
                  <a:lnTo>
                    <a:pt x="495977" y="0"/>
                  </a:lnTo>
                  <a:cubicBezTo>
                    <a:pt x="510111" y="0"/>
                    <a:pt x="523666" y="5615"/>
                    <a:pt x="533660" y="15609"/>
                  </a:cubicBezTo>
                  <a:cubicBezTo>
                    <a:pt x="543655" y="25603"/>
                    <a:pt x="549269" y="39158"/>
                    <a:pt x="549269" y="53293"/>
                  </a:cubicBezTo>
                  <a:lnTo>
                    <a:pt x="549269" y="141203"/>
                  </a:lnTo>
                  <a:cubicBezTo>
                    <a:pt x="549269" y="170636"/>
                    <a:pt x="525409" y="194496"/>
                    <a:pt x="495977" y="194496"/>
                  </a:cubicBezTo>
                  <a:lnTo>
                    <a:pt x="53293" y="194496"/>
                  </a:lnTo>
                  <a:cubicBezTo>
                    <a:pt x="23860" y="194496"/>
                    <a:pt x="0" y="170636"/>
                    <a:pt x="0" y="141203"/>
                  </a:cubicBezTo>
                  <a:lnTo>
                    <a:pt x="0" y="53293"/>
                  </a:lnTo>
                  <a:cubicBezTo>
                    <a:pt x="0" y="23860"/>
                    <a:pt x="23860" y="0"/>
                    <a:pt x="53293" y="0"/>
                  </a:cubicBezTo>
                  <a:close/>
                </a:path>
              </a:pathLst>
            </a:custGeom>
            <a:solidFill>
              <a:srgbClr val="366457">
                <a:alpha val="29804"/>
              </a:srgbClr>
            </a:solid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-38100"/>
              <a:ext cx="549269" cy="232596"/>
            </a:xfrm>
            <a:prstGeom prst="rect">
              <a:avLst/>
            </a:prstGeom>
          </p:spPr>
          <p:txBody>
            <a:bodyPr anchor="ctr" rtlCol="false" tIns="46002" lIns="46002" bIns="46002" rIns="46002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7" id="147"/>
          <p:cNvSpPr txBox="true"/>
          <p:nvPr/>
        </p:nvSpPr>
        <p:spPr>
          <a:xfrm rot="0">
            <a:off x="8364813" y="29092198"/>
            <a:ext cx="1264689" cy="447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6"/>
              </a:lnSpc>
            </a:pPr>
            <a:r>
              <a:rPr lang="en-US" sz="724" spc="50">
                <a:solidFill>
                  <a:srgbClr val="F0EBD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PRINCIPAL CULTURA IMIGRANTE HOMENAGEADA NA ARQUITETURA E CULINÁRIA.</a:t>
            </a:r>
          </a:p>
        </p:txBody>
      </p:sp>
      <p:grpSp>
        <p:nvGrpSpPr>
          <p:cNvPr name="Group 148" id="148"/>
          <p:cNvGrpSpPr/>
          <p:nvPr/>
        </p:nvGrpSpPr>
        <p:grpSpPr>
          <a:xfrm rot="0">
            <a:off x="2633389" y="30670783"/>
            <a:ext cx="915154" cy="210543"/>
            <a:chOff x="0" y="0"/>
            <a:chExt cx="300986" cy="69246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300986" cy="69246"/>
            </a:xfrm>
            <a:custGeom>
              <a:avLst/>
              <a:gdLst/>
              <a:ahLst/>
              <a:cxnLst/>
              <a:rect r="r" b="b" t="t" l="l"/>
              <a:pathLst>
                <a:path h="69246" w="300986">
                  <a:moveTo>
                    <a:pt x="34623" y="0"/>
                  </a:moveTo>
                  <a:lnTo>
                    <a:pt x="266363" y="0"/>
                  </a:lnTo>
                  <a:cubicBezTo>
                    <a:pt x="275546" y="0"/>
                    <a:pt x="284352" y="3648"/>
                    <a:pt x="290846" y="10141"/>
                  </a:cubicBezTo>
                  <a:cubicBezTo>
                    <a:pt x="297339" y="16634"/>
                    <a:pt x="300986" y="25440"/>
                    <a:pt x="300986" y="34623"/>
                  </a:cubicBezTo>
                  <a:lnTo>
                    <a:pt x="300986" y="34623"/>
                  </a:lnTo>
                  <a:cubicBezTo>
                    <a:pt x="300986" y="53744"/>
                    <a:pt x="285485" y="69246"/>
                    <a:pt x="266363" y="69246"/>
                  </a:cubicBezTo>
                  <a:lnTo>
                    <a:pt x="34623" y="69246"/>
                  </a:lnTo>
                  <a:cubicBezTo>
                    <a:pt x="15501" y="69246"/>
                    <a:pt x="0" y="53744"/>
                    <a:pt x="0" y="34623"/>
                  </a:cubicBezTo>
                  <a:lnTo>
                    <a:pt x="0" y="34623"/>
                  </a:lnTo>
                  <a:cubicBezTo>
                    <a:pt x="0" y="15501"/>
                    <a:pt x="15501" y="0"/>
                    <a:pt x="34623" y="0"/>
                  </a:cubicBezTo>
                  <a:close/>
                </a:path>
              </a:pathLst>
            </a:custGeom>
            <a:solidFill>
              <a:srgbClr val="366457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50" id="150"/>
            <p:cNvSpPr txBox="true"/>
            <p:nvPr/>
          </p:nvSpPr>
          <p:spPr>
            <a:xfrm>
              <a:off x="0" y="-47625"/>
              <a:ext cx="300986" cy="116871"/>
            </a:xfrm>
            <a:prstGeom prst="rect">
              <a:avLst/>
            </a:prstGeom>
          </p:spPr>
          <p:txBody>
            <a:bodyPr anchor="ctr" rtlCol="false" tIns="40680" lIns="40680" bIns="40680" rIns="40680"/>
            <a:lstStyle/>
            <a:p>
              <a:pPr algn="ctr">
                <a:lnSpc>
                  <a:spcPts val="3006"/>
                </a:lnSpc>
              </a:pPr>
            </a:p>
          </p:txBody>
        </p:sp>
      </p:grpSp>
      <p:sp>
        <p:nvSpPr>
          <p:cNvPr name="TextBox 151" id="151"/>
          <p:cNvSpPr txBox="true"/>
          <p:nvPr/>
        </p:nvSpPr>
        <p:spPr>
          <a:xfrm rot="0">
            <a:off x="2678619" y="30716168"/>
            <a:ext cx="824694" cy="119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5"/>
              </a:lnSpc>
            </a:pPr>
            <a:r>
              <a:rPr lang="en-US" sz="799" spc="55">
                <a:solidFill>
                  <a:srgbClr val="FFFFFF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EXIT</a:t>
            </a:r>
          </a:p>
        </p:txBody>
      </p:sp>
      <p:sp>
        <p:nvSpPr>
          <p:cNvPr name="TextBox 152" id="152"/>
          <p:cNvSpPr txBox="true"/>
          <p:nvPr/>
        </p:nvSpPr>
        <p:spPr>
          <a:xfrm rot="0">
            <a:off x="8154267" y="26934376"/>
            <a:ext cx="1475236" cy="242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6"/>
              </a:lnSpc>
            </a:pPr>
            <a:r>
              <a:rPr lang="en-US" sz="1811" spc="126">
                <a:solidFill>
                  <a:srgbClr val="FFFFFF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DICAS</a:t>
            </a:r>
          </a:p>
        </p:txBody>
      </p:sp>
      <p:sp>
        <p:nvSpPr>
          <p:cNvPr name="TextBox 153" id="153"/>
          <p:cNvSpPr txBox="true"/>
          <p:nvPr/>
        </p:nvSpPr>
        <p:spPr>
          <a:xfrm rot="0">
            <a:off x="8364813" y="29931489"/>
            <a:ext cx="1264689" cy="278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6"/>
              </a:lnSpc>
            </a:pPr>
            <a:r>
              <a:rPr lang="en-US" sz="724" spc="50">
                <a:solidFill>
                  <a:srgbClr val="F0EBD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PRINCIPAL MEIO DE TRANSPORTE QUE LEVA AO BAIRRO.</a:t>
            </a:r>
          </a:p>
        </p:txBody>
      </p:sp>
      <p:sp>
        <p:nvSpPr>
          <p:cNvPr name="TextBox 154" id="154"/>
          <p:cNvSpPr txBox="true"/>
          <p:nvPr/>
        </p:nvSpPr>
        <p:spPr>
          <a:xfrm rot="0">
            <a:off x="6567909" y="27019270"/>
            <a:ext cx="847550" cy="63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"/>
              </a:lnSpc>
            </a:pPr>
            <a:r>
              <a:rPr lang="en-US" sz="543" spc="38">
                <a:solidFill>
                  <a:srgbClr val="F0EBD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VERIFICAR</a:t>
            </a:r>
          </a:p>
        </p:txBody>
      </p:sp>
      <p:grpSp>
        <p:nvGrpSpPr>
          <p:cNvPr name="Group 155" id="155"/>
          <p:cNvGrpSpPr>
            <a:grpSpLocks noChangeAspect="true"/>
          </p:cNvGrpSpPr>
          <p:nvPr/>
        </p:nvGrpSpPr>
        <p:grpSpPr>
          <a:xfrm rot="0">
            <a:off x="2099184" y="19226475"/>
            <a:ext cx="8399361" cy="6743772"/>
            <a:chOff x="0" y="0"/>
            <a:chExt cx="7467600" cy="599567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57" id="157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158" id="158"/>
            <p:cNvSpPr/>
            <p:nvPr/>
          </p:nvSpPr>
          <p:spPr>
            <a:xfrm flipH="false" flipV="false" rot="0">
              <a:off x="2429510" y="5210810"/>
              <a:ext cx="2606040" cy="791210"/>
            </a:xfrm>
            <a:custGeom>
              <a:avLst/>
              <a:gdLst/>
              <a:ahLst/>
              <a:cxnLst/>
              <a:rect r="r" b="b" t="t" l="l"/>
              <a:pathLst>
                <a:path h="791210" w="2606040">
                  <a:moveTo>
                    <a:pt x="1258570" y="0"/>
                  </a:moveTo>
                  <a:lnTo>
                    <a:pt x="453390" y="0"/>
                  </a:lnTo>
                  <a:cubicBezTo>
                    <a:pt x="453390" y="0"/>
                    <a:pt x="429260" y="370840"/>
                    <a:pt x="403860" y="525780"/>
                  </a:cubicBezTo>
                  <a:cubicBezTo>
                    <a:pt x="359410" y="791210"/>
                    <a:pt x="87630" y="706120"/>
                    <a:pt x="10160" y="762000"/>
                  </a:cubicBezTo>
                  <a:cubicBezTo>
                    <a:pt x="0" y="769620"/>
                    <a:pt x="5080" y="786130"/>
                    <a:pt x="17780" y="786130"/>
                  </a:cubicBezTo>
                  <a:lnTo>
                    <a:pt x="2588260" y="786130"/>
                  </a:lnTo>
                  <a:cubicBezTo>
                    <a:pt x="2600960" y="786130"/>
                    <a:pt x="2606040" y="769620"/>
                    <a:pt x="2595880" y="762000"/>
                  </a:cubicBezTo>
                  <a:cubicBezTo>
                    <a:pt x="2518410" y="706120"/>
                    <a:pt x="2246630" y="791210"/>
                    <a:pt x="2202180" y="525780"/>
                  </a:cubicBezTo>
                  <a:cubicBezTo>
                    <a:pt x="2176780" y="370840"/>
                    <a:pt x="2152650" y="0"/>
                    <a:pt x="2152650" y="0"/>
                  </a:cubicBezTo>
                  <a:lnTo>
                    <a:pt x="1258570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159" id="159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13"/>
              <a:stretch>
                <a:fillRect l="0" t="-39006" r="0" b="-39006"/>
              </a:stretch>
            </a:blipFill>
          </p:spPr>
        </p:sp>
      </p:grpSp>
      <p:grpSp>
        <p:nvGrpSpPr>
          <p:cNvPr name="Group 160" id="160"/>
          <p:cNvGrpSpPr/>
          <p:nvPr/>
        </p:nvGrpSpPr>
        <p:grpSpPr>
          <a:xfrm rot="0">
            <a:off x="3274181" y="20176837"/>
            <a:ext cx="6049368" cy="3038749"/>
            <a:chOff x="0" y="0"/>
            <a:chExt cx="4867461" cy="2445047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4867461" cy="2445047"/>
            </a:xfrm>
            <a:custGeom>
              <a:avLst/>
              <a:gdLst/>
              <a:ahLst/>
              <a:cxnLst/>
              <a:rect r="r" b="b" t="t" l="l"/>
              <a:pathLst>
                <a:path h="2445047" w="4867461">
                  <a:moveTo>
                    <a:pt x="24996" y="0"/>
                  </a:moveTo>
                  <a:lnTo>
                    <a:pt x="4842465" y="0"/>
                  </a:lnTo>
                  <a:cubicBezTo>
                    <a:pt x="4856269" y="0"/>
                    <a:pt x="4867461" y="11191"/>
                    <a:pt x="4867461" y="24996"/>
                  </a:cubicBezTo>
                  <a:lnTo>
                    <a:pt x="4867461" y="2420052"/>
                  </a:lnTo>
                  <a:cubicBezTo>
                    <a:pt x="4867461" y="2433856"/>
                    <a:pt x="4856269" y="2445047"/>
                    <a:pt x="4842465" y="2445047"/>
                  </a:cubicBezTo>
                  <a:lnTo>
                    <a:pt x="24996" y="2445047"/>
                  </a:lnTo>
                  <a:cubicBezTo>
                    <a:pt x="18367" y="2445047"/>
                    <a:pt x="12009" y="2442414"/>
                    <a:pt x="7321" y="2437726"/>
                  </a:cubicBezTo>
                  <a:cubicBezTo>
                    <a:pt x="2633" y="2433039"/>
                    <a:pt x="0" y="2426681"/>
                    <a:pt x="0" y="2420052"/>
                  </a:cubicBezTo>
                  <a:lnTo>
                    <a:pt x="0" y="24996"/>
                  </a:lnTo>
                  <a:cubicBezTo>
                    <a:pt x="0" y="11191"/>
                    <a:pt x="11191" y="0"/>
                    <a:pt x="24996" y="0"/>
                  </a:cubicBezTo>
                  <a:close/>
                </a:path>
              </a:pathLst>
            </a:custGeom>
            <a:solidFill>
              <a:srgbClr val="294A5B">
                <a:alpha val="69804"/>
              </a:srgbClr>
            </a:solidFill>
            <a:ln w="19050" cap="rnd">
              <a:solidFill>
                <a:srgbClr val="FFFFFF">
                  <a:alpha val="69804"/>
                </a:srgbClr>
              </a:solidFill>
              <a:prstDash val="dash"/>
              <a:round/>
            </a:ln>
          </p:spPr>
        </p:sp>
        <p:sp>
          <p:nvSpPr>
            <p:cNvPr name="TextBox 162" id="162"/>
            <p:cNvSpPr txBox="true"/>
            <p:nvPr/>
          </p:nvSpPr>
          <p:spPr>
            <a:xfrm>
              <a:off x="0" y="-38100"/>
              <a:ext cx="4867461" cy="2483147"/>
            </a:xfrm>
            <a:prstGeom prst="rect">
              <a:avLst/>
            </a:prstGeom>
          </p:spPr>
          <p:txBody>
            <a:bodyPr anchor="ctr" rtlCol="false" tIns="45640" lIns="45640" bIns="45640" rIns="456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63" id="163"/>
          <p:cNvGrpSpPr/>
          <p:nvPr/>
        </p:nvGrpSpPr>
        <p:grpSpPr>
          <a:xfrm rot="0">
            <a:off x="4006100" y="21208268"/>
            <a:ext cx="1247733" cy="410139"/>
            <a:chOff x="0" y="0"/>
            <a:chExt cx="1274994" cy="419100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1274994" cy="419100"/>
            </a:xfrm>
            <a:custGeom>
              <a:avLst/>
              <a:gdLst/>
              <a:ahLst/>
              <a:cxnLst/>
              <a:rect r="r" b="b" t="t" l="l"/>
              <a:pathLst>
                <a:path h="419100" w="1274994">
                  <a:moveTo>
                    <a:pt x="121187" y="0"/>
                  </a:moveTo>
                  <a:lnTo>
                    <a:pt x="1153807" y="0"/>
                  </a:lnTo>
                  <a:cubicBezTo>
                    <a:pt x="1220737" y="0"/>
                    <a:pt x="1274994" y="54257"/>
                    <a:pt x="1274994" y="121187"/>
                  </a:cubicBezTo>
                  <a:lnTo>
                    <a:pt x="1274994" y="297913"/>
                  </a:lnTo>
                  <a:cubicBezTo>
                    <a:pt x="1274994" y="330054"/>
                    <a:pt x="1262226" y="360878"/>
                    <a:pt x="1239499" y="383605"/>
                  </a:cubicBezTo>
                  <a:cubicBezTo>
                    <a:pt x="1216772" y="406332"/>
                    <a:pt x="1185948" y="419100"/>
                    <a:pt x="1153807" y="419100"/>
                  </a:cubicBezTo>
                  <a:lnTo>
                    <a:pt x="121187" y="419100"/>
                  </a:lnTo>
                  <a:cubicBezTo>
                    <a:pt x="89046" y="419100"/>
                    <a:pt x="58222" y="406332"/>
                    <a:pt x="35495" y="383605"/>
                  </a:cubicBezTo>
                  <a:cubicBezTo>
                    <a:pt x="12768" y="360878"/>
                    <a:pt x="0" y="330054"/>
                    <a:pt x="0" y="297913"/>
                  </a:cubicBezTo>
                  <a:lnTo>
                    <a:pt x="0" y="121187"/>
                  </a:lnTo>
                  <a:cubicBezTo>
                    <a:pt x="0" y="89046"/>
                    <a:pt x="12768" y="58222"/>
                    <a:pt x="35495" y="35495"/>
                  </a:cubicBezTo>
                  <a:cubicBezTo>
                    <a:pt x="58222" y="12768"/>
                    <a:pt x="89046" y="0"/>
                    <a:pt x="121187" y="0"/>
                  </a:cubicBezTo>
                  <a:close/>
                </a:path>
              </a:pathLst>
            </a:custGeom>
            <a:solidFill>
              <a:srgbClr val="294A5B"/>
            </a:soli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65" id="165"/>
            <p:cNvSpPr txBox="true"/>
            <p:nvPr/>
          </p:nvSpPr>
          <p:spPr>
            <a:xfrm>
              <a:off x="0" y="-38100"/>
              <a:ext cx="1274994" cy="457200"/>
            </a:xfrm>
            <a:prstGeom prst="rect">
              <a:avLst/>
            </a:prstGeom>
          </p:spPr>
          <p:txBody>
            <a:bodyPr anchor="ctr" rtlCol="false" tIns="45640" lIns="45640" bIns="45640" rIns="456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66" id="166"/>
          <p:cNvGrpSpPr/>
          <p:nvPr/>
        </p:nvGrpSpPr>
        <p:grpSpPr>
          <a:xfrm rot="0">
            <a:off x="4006100" y="21729457"/>
            <a:ext cx="1247733" cy="410139"/>
            <a:chOff x="0" y="0"/>
            <a:chExt cx="1274994" cy="419100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1274994" cy="419100"/>
            </a:xfrm>
            <a:custGeom>
              <a:avLst/>
              <a:gdLst/>
              <a:ahLst/>
              <a:cxnLst/>
              <a:rect r="r" b="b" t="t" l="l"/>
              <a:pathLst>
                <a:path h="419100" w="1274994">
                  <a:moveTo>
                    <a:pt x="121187" y="0"/>
                  </a:moveTo>
                  <a:lnTo>
                    <a:pt x="1153807" y="0"/>
                  </a:lnTo>
                  <a:cubicBezTo>
                    <a:pt x="1220737" y="0"/>
                    <a:pt x="1274994" y="54257"/>
                    <a:pt x="1274994" y="121187"/>
                  </a:cubicBezTo>
                  <a:lnTo>
                    <a:pt x="1274994" y="297913"/>
                  </a:lnTo>
                  <a:cubicBezTo>
                    <a:pt x="1274994" y="330054"/>
                    <a:pt x="1262226" y="360878"/>
                    <a:pt x="1239499" y="383605"/>
                  </a:cubicBezTo>
                  <a:cubicBezTo>
                    <a:pt x="1216772" y="406332"/>
                    <a:pt x="1185948" y="419100"/>
                    <a:pt x="1153807" y="419100"/>
                  </a:cubicBezTo>
                  <a:lnTo>
                    <a:pt x="121187" y="419100"/>
                  </a:lnTo>
                  <a:cubicBezTo>
                    <a:pt x="89046" y="419100"/>
                    <a:pt x="58222" y="406332"/>
                    <a:pt x="35495" y="383605"/>
                  </a:cubicBezTo>
                  <a:cubicBezTo>
                    <a:pt x="12768" y="360878"/>
                    <a:pt x="0" y="330054"/>
                    <a:pt x="0" y="297913"/>
                  </a:cubicBezTo>
                  <a:lnTo>
                    <a:pt x="0" y="121187"/>
                  </a:lnTo>
                  <a:cubicBezTo>
                    <a:pt x="0" y="89046"/>
                    <a:pt x="12768" y="58222"/>
                    <a:pt x="35495" y="35495"/>
                  </a:cubicBezTo>
                  <a:cubicBezTo>
                    <a:pt x="58222" y="12768"/>
                    <a:pt x="89046" y="0"/>
                    <a:pt x="121187" y="0"/>
                  </a:cubicBezTo>
                  <a:close/>
                </a:path>
              </a:pathLst>
            </a:custGeom>
            <a:solidFill>
              <a:srgbClr val="294A5B"/>
            </a:soli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68" id="168"/>
            <p:cNvSpPr txBox="true"/>
            <p:nvPr/>
          </p:nvSpPr>
          <p:spPr>
            <a:xfrm>
              <a:off x="0" y="-38100"/>
              <a:ext cx="1274994" cy="457200"/>
            </a:xfrm>
            <a:prstGeom prst="rect">
              <a:avLst/>
            </a:prstGeom>
          </p:spPr>
          <p:txBody>
            <a:bodyPr anchor="ctr" rtlCol="false" tIns="45640" lIns="45640" bIns="45640" rIns="456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69" id="169"/>
          <p:cNvGrpSpPr/>
          <p:nvPr/>
        </p:nvGrpSpPr>
        <p:grpSpPr>
          <a:xfrm rot="0">
            <a:off x="4006100" y="22253896"/>
            <a:ext cx="1247733" cy="410139"/>
            <a:chOff x="0" y="0"/>
            <a:chExt cx="1274994" cy="419100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1274994" cy="419100"/>
            </a:xfrm>
            <a:custGeom>
              <a:avLst/>
              <a:gdLst/>
              <a:ahLst/>
              <a:cxnLst/>
              <a:rect r="r" b="b" t="t" l="l"/>
              <a:pathLst>
                <a:path h="419100" w="1274994">
                  <a:moveTo>
                    <a:pt x="121187" y="0"/>
                  </a:moveTo>
                  <a:lnTo>
                    <a:pt x="1153807" y="0"/>
                  </a:lnTo>
                  <a:cubicBezTo>
                    <a:pt x="1220737" y="0"/>
                    <a:pt x="1274994" y="54257"/>
                    <a:pt x="1274994" y="121187"/>
                  </a:cubicBezTo>
                  <a:lnTo>
                    <a:pt x="1274994" y="297913"/>
                  </a:lnTo>
                  <a:cubicBezTo>
                    <a:pt x="1274994" y="330054"/>
                    <a:pt x="1262226" y="360878"/>
                    <a:pt x="1239499" y="383605"/>
                  </a:cubicBezTo>
                  <a:cubicBezTo>
                    <a:pt x="1216772" y="406332"/>
                    <a:pt x="1185948" y="419100"/>
                    <a:pt x="1153807" y="419100"/>
                  </a:cubicBezTo>
                  <a:lnTo>
                    <a:pt x="121187" y="419100"/>
                  </a:lnTo>
                  <a:cubicBezTo>
                    <a:pt x="89046" y="419100"/>
                    <a:pt x="58222" y="406332"/>
                    <a:pt x="35495" y="383605"/>
                  </a:cubicBezTo>
                  <a:cubicBezTo>
                    <a:pt x="12768" y="360878"/>
                    <a:pt x="0" y="330054"/>
                    <a:pt x="0" y="297913"/>
                  </a:cubicBezTo>
                  <a:lnTo>
                    <a:pt x="0" y="121187"/>
                  </a:lnTo>
                  <a:cubicBezTo>
                    <a:pt x="0" y="89046"/>
                    <a:pt x="12768" y="58222"/>
                    <a:pt x="35495" y="35495"/>
                  </a:cubicBezTo>
                  <a:cubicBezTo>
                    <a:pt x="58222" y="12768"/>
                    <a:pt x="89046" y="0"/>
                    <a:pt x="121187" y="0"/>
                  </a:cubicBezTo>
                  <a:close/>
                </a:path>
              </a:pathLst>
            </a:custGeom>
            <a:solidFill>
              <a:srgbClr val="294A5B"/>
            </a:soli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71" id="171"/>
            <p:cNvSpPr txBox="true"/>
            <p:nvPr/>
          </p:nvSpPr>
          <p:spPr>
            <a:xfrm>
              <a:off x="0" y="-38100"/>
              <a:ext cx="1274994" cy="457200"/>
            </a:xfrm>
            <a:prstGeom prst="rect">
              <a:avLst/>
            </a:prstGeom>
          </p:spPr>
          <p:txBody>
            <a:bodyPr anchor="ctr" rtlCol="false" tIns="45640" lIns="45640" bIns="45640" rIns="456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AutoShape 172" id="172"/>
          <p:cNvSpPr/>
          <p:nvPr/>
        </p:nvSpPr>
        <p:spPr>
          <a:xfrm flipH="true" flipV="true">
            <a:off x="6277471" y="20541865"/>
            <a:ext cx="17115" cy="2474613"/>
          </a:xfrm>
          <a:prstGeom prst="line">
            <a:avLst/>
          </a:prstGeom>
          <a:ln cap="flat" w="9525">
            <a:solidFill>
              <a:srgbClr val="FFFFFF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173" id="173"/>
          <p:cNvGrpSpPr/>
          <p:nvPr/>
        </p:nvGrpSpPr>
        <p:grpSpPr>
          <a:xfrm rot="0">
            <a:off x="2610798" y="23512400"/>
            <a:ext cx="907949" cy="208885"/>
            <a:chOff x="0" y="0"/>
            <a:chExt cx="300986" cy="69246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300986" cy="69246"/>
            </a:xfrm>
            <a:custGeom>
              <a:avLst/>
              <a:gdLst/>
              <a:ahLst/>
              <a:cxnLst/>
              <a:rect r="r" b="b" t="t" l="l"/>
              <a:pathLst>
                <a:path h="69246" w="300986">
                  <a:moveTo>
                    <a:pt x="34623" y="0"/>
                  </a:moveTo>
                  <a:lnTo>
                    <a:pt x="266363" y="0"/>
                  </a:lnTo>
                  <a:cubicBezTo>
                    <a:pt x="275546" y="0"/>
                    <a:pt x="284352" y="3648"/>
                    <a:pt x="290846" y="10141"/>
                  </a:cubicBezTo>
                  <a:cubicBezTo>
                    <a:pt x="297339" y="16634"/>
                    <a:pt x="300986" y="25440"/>
                    <a:pt x="300986" y="34623"/>
                  </a:cubicBezTo>
                  <a:lnTo>
                    <a:pt x="300986" y="34623"/>
                  </a:lnTo>
                  <a:cubicBezTo>
                    <a:pt x="300986" y="53744"/>
                    <a:pt x="285485" y="69246"/>
                    <a:pt x="266363" y="69246"/>
                  </a:cubicBezTo>
                  <a:lnTo>
                    <a:pt x="34623" y="69246"/>
                  </a:lnTo>
                  <a:cubicBezTo>
                    <a:pt x="15501" y="69246"/>
                    <a:pt x="0" y="53744"/>
                    <a:pt x="0" y="34623"/>
                  </a:cubicBezTo>
                  <a:lnTo>
                    <a:pt x="0" y="34623"/>
                  </a:lnTo>
                  <a:cubicBezTo>
                    <a:pt x="0" y="15501"/>
                    <a:pt x="15501" y="0"/>
                    <a:pt x="34623" y="0"/>
                  </a:cubicBezTo>
                  <a:close/>
                </a:path>
              </a:pathLst>
            </a:custGeom>
            <a:solidFill>
              <a:srgbClr val="CAA244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75" id="175"/>
            <p:cNvSpPr txBox="true"/>
            <p:nvPr/>
          </p:nvSpPr>
          <p:spPr>
            <a:xfrm>
              <a:off x="0" y="-47625"/>
              <a:ext cx="300986" cy="116871"/>
            </a:xfrm>
            <a:prstGeom prst="rect">
              <a:avLst/>
            </a:prstGeom>
          </p:spPr>
          <p:txBody>
            <a:bodyPr anchor="ctr" rtlCol="false" tIns="40360" lIns="40360" bIns="40360" rIns="40360"/>
            <a:lstStyle/>
            <a:p>
              <a:pPr algn="ctr">
                <a:lnSpc>
                  <a:spcPts val="3006"/>
                </a:lnSpc>
              </a:pPr>
            </a:p>
          </p:txBody>
        </p:sp>
      </p:grpSp>
      <p:sp>
        <p:nvSpPr>
          <p:cNvPr name="TextBox 176" id="176"/>
          <p:cNvSpPr txBox="true"/>
          <p:nvPr/>
        </p:nvSpPr>
        <p:spPr>
          <a:xfrm rot="0">
            <a:off x="2655672" y="23557428"/>
            <a:ext cx="818201" cy="11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9"/>
              </a:lnSpc>
            </a:pPr>
            <a:r>
              <a:rPr lang="en-US" sz="792" spc="55">
                <a:solidFill>
                  <a:srgbClr val="FFFFFF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EXIT</a:t>
            </a:r>
          </a:p>
        </p:txBody>
      </p:sp>
      <p:sp>
        <p:nvSpPr>
          <p:cNvPr name="TextBox 177" id="177"/>
          <p:cNvSpPr txBox="true"/>
          <p:nvPr/>
        </p:nvSpPr>
        <p:spPr>
          <a:xfrm rot="0">
            <a:off x="4317604" y="21321122"/>
            <a:ext cx="700926" cy="192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9"/>
              </a:lnSpc>
            </a:pPr>
            <a:r>
              <a:rPr lang="en-US" sz="1347" spc="94">
                <a:solidFill>
                  <a:srgbClr val="CAA24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FÁCIL </a:t>
            </a:r>
          </a:p>
        </p:txBody>
      </p:sp>
      <p:sp>
        <p:nvSpPr>
          <p:cNvPr name="TextBox 178" id="178"/>
          <p:cNvSpPr txBox="true"/>
          <p:nvPr/>
        </p:nvSpPr>
        <p:spPr>
          <a:xfrm rot="0">
            <a:off x="4252647" y="21854131"/>
            <a:ext cx="830838" cy="190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9"/>
              </a:lnSpc>
            </a:pPr>
            <a:r>
              <a:rPr lang="en-US" sz="1347" spc="94">
                <a:solidFill>
                  <a:srgbClr val="CAA24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MÉDIO </a:t>
            </a:r>
          </a:p>
        </p:txBody>
      </p:sp>
      <p:sp>
        <p:nvSpPr>
          <p:cNvPr name="TextBox 179" id="179"/>
          <p:cNvSpPr txBox="true"/>
          <p:nvPr/>
        </p:nvSpPr>
        <p:spPr>
          <a:xfrm rot="0">
            <a:off x="4272750" y="22367512"/>
            <a:ext cx="790633" cy="192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9"/>
              </a:lnSpc>
            </a:pPr>
            <a:r>
              <a:rPr lang="en-US" sz="1347" spc="94">
                <a:solidFill>
                  <a:srgbClr val="CAA24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DIFÍCIL </a:t>
            </a:r>
          </a:p>
        </p:txBody>
      </p:sp>
      <p:sp>
        <p:nvSpPr>
          <p:cNvPr name="TextBox 180" id="180"/>
          <p:cNvSpPr txBox="true"/>
          <p:nvPr/>
        </p:nvSpPr>
        <p:spPr>
          <a:xfrm rot="0">
            <a:off x="3522679" y="20570440"/>
            <a:ext cx="2394185" cy="240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3"/>
              </a:lnSpc>
            </a:pPr>
            <a:r>
              <a:rPr lang="en-US" sz="1796" spc="125">
                <a:solidFill>
                  <a:srgbClr val="CAA24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HISTÓRIA</a:t>
            </a:r>
          </a:p>
        </p:txBody>
      </p:sp>
      <p:sp>
        <p:nvSpPr>
          <p:cNvPr name="TextBox 181" id="181"/>
          <p:cNvSpPr txBox="true"/>
          <p:nvPr/>
        </p:nvSpPr>
        <p:spPr>
          <a:xfrm rot="0">
            <a:off x="6376778" y="20570440"/>
            <a:ext cx="2720943" cy="240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3"/>
              </a:lnSpc>
            </a:pPr>
            <a:r>
              <a:rPr lang="en-US" sz="1796" spc="125">
                <a:solidFill>
                  <a:srgbClr val="CAA24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MATEMÁTICA</a:t>
            </a:r>
          </a:p>
        </p:txBody>
      </p:sp>
      <p:sp>
        <p:nvSpPr>
          <p:cNvPr name="Freeform 182" id="182"/>
          <p:cNvSpPr/>
          <p:nvPr/>
        </p:nvSpPr>
        <p:spPr>
          <a:xfrm flipH="false" flipV="false" rot="0">
            <a:off x="18061836" y="12252687"/>
            <a:ext cx="2248032" cy="2248032"/>
          </a:xfrm>
          <a:custGeom>
            <a:avLst/>
            <a:gdLst/>
            <a:ahLst/>
            <a:cxnLst/>
            <a:rect r="r" b="b" t="t" l="l"/>
            <a:pathLst>
              <a:path h="2248032" w="2248032">
                <a:moveTo>
                  <a:pt x="0" y="0"/>
                </a:moveTo>
                <a:lnTo>
                  <a:pt x="2248032" y="0"/>
                </a:lnTo>
                <a:lnTo>
                  <a:pt x="2248032" y="2248032"/>
                </a:lnTo>
                <a:lnTo>
                  <a:pt x="0" y="224803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83" id="183"/>
          <p:cNvSpPr/>
          <p:nvPr/>
        </p:nvSpPr>
        <p:spPr>
          <a:xfrm flipH="false" flipV="false" rot="0">
            <a:off x="21470896" y="12388191"/>
            <a:ext cx="1757080" cy="1977024"/>
          </a:xfrm>
          <a:custGeom>
            <a:avLst/>
            <a:gdLst/>
            <a:ahLst/>
            <a:cxnLst/>
            <a:rect r="r" b="b" t="t" l="l"/>
            <a:pathLst>
              <a:path h="1977024" w="1757080">
                <a:moveTo>
                  <a:pt x="0" y="0"/>
                </a:moveTo>
                <a:lnTo>
                  <a:pt x="1757080" y="0"/>
                </a:lnTo>
                <a:lnTo>
                  <a:pt x="1757080" y="1977024"/>
                </a:lnTo>
                <a:lnTo>
                  <a:pt x="0" y="197702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84" id="184"/>
          <p:cNvSpPr/>
          <p:nvPr/>
        </p:nvSpPr>
        <p:spPr>
          <a:xfrm flipH="false" flipV="false" rot="0">
            <a:off x="24560931" y="12388191"/>
            <a:ext cx="1982987" cy="1982987"/>
          </a:xfrm>
          <a:custGeom>
            <a:avLst/>
            <a:gdLst/>
            <a:ahLst/>
            <a:cxnLst/>
            <a:rect r="r" b="b" t="t" l="l"/>
            <a:pathLst>
              <a:path h="1982987" w="1982987">
                <a:moveTo>
                  <a:pt x="0" y="0"/>
                </a:moveTo>
                <a:lnTo>
                  <a:pt x="1982988" y="0"/>
                </a:lnTo>
                <a:lnTo>
                  <a:pt x="1982988" y="1982988"/>
                </a:lnTo>
                <a:lnTo>
                  <a:pt x="0" y="198298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grpSp>
        <p:nvGrpSpPr>
          <p:cNvPr name="Group 185" id="185"/>
          <p:cNvGrpSpPr/>
          <p:nvPr/>
        </p:nvGrpSpPr>
        <p:grpSpPr>
          <a:xfrm rot="0">
            <a:off x="16498035" y="15749842"/>
            <a:ext cx="8477550" cy="6806550"/>
            <a:chOff x="0" y="0"/>
            <a:chExt cx="11303400" cy="9075400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9878030" y="4884169"/>
              <a:ext cx="396536" cy="396536"/>
            </a:xfrm>
            <a:custGeom>
              <a:avLst/>
              <a:gdLst/>
              <a:ahLst/>
              <a:cxnLst/>
              <a:rect r="r" b="b" t="t" l="l"/>
              <a:pathLst>
                <a:path h="396536" w="396536">
                  <a:moveTo>
                    <a:pt x="0" y="0"/>
                  </a:moveTo>
                  <a:lnTo>
                    <a:pt x="396535" y="0"/>
                  </a:lnTo>
                  <a:lnTo>
                    <a:pt x="396535" y="396535"/>
                  </a:lnTo>
                  <a:lnTo>
                    <a:pt x="0" y="3965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87" id="187"/>
            <p:cNvGrpSpPr>
              <a:grpSpLocks noChangeAspect="true"/>
            </p:cNvGrpSpPr>
            <p:nvPr/>
          </p:nvGrpSpPr>
          <p:grpSpPr>
            <a:xfrm rot="0">
              <a:off x="0" y="0"/>
              <a:ext cx="11303400" cy="9075400"/>
              <a:chOff x="0" y="0"/>
              <a:chExt cx="7467600" cy="5995670"/>
            </a:xfrm>
          </p:grpSpPr>
          <p:sp>
            <p:nvSpPr>
              <p:cNvPr name="Freeform 188" id="188"/>
              <p:cNvSpPr/>
              <p:nvPr/>
            </p:nvSpPr>
            <p:spPr>
              <a:xfrm flipH="false" flipV="false" rot="0">
                <a:off x="0" y="0"/>
                <a:ext cx="7467600" cy="4513580"/>
              </a:xfrm>
              <a:custGeom>
                <a:avLst/>
                <a:gdLst/>
                <a:ahLst/>
                <a:cxnLst/>
                <a:rect r="r" b="b" t="t" l="l"/>
                <a:pathLst>
                  <a:path h="4513580" w="7467600">
                    <a:moveTo>
                      <a:pt x="7127240" y="0"/>
                    </a:moveTo>
                    <a:lnTo>
                      <a:pt x="340360" y="0"/>
                    </a:lnTo>
                    <a:cubicBezTo>
                      <a:pt x="152400" y="0"/>
                      <a:pt x="0" y="152400"/>
                      <a:pt x="0" y="340360"/>
                    </a:cubicBezTo>
                    <a:lnTo>
                      <a:pt x="0" y="4513580"/>
                    </a:lnTo>
                    <a:lnTo>
                      <a:pt x="7467600" y="4513580"/>
                    </a:lnTo>
                    <a:lnTo>
                      <a:pt x="7467600" y="340360"/>
                    </a:lnTo>
                    <a:cubicBezTo>
                      <a:pt x="7467600" y="152400"/>
                      <a:pt x="7315200" y="0"/>
                      <a:pt x="7127240" y="0"/>
                    </a:cubicBezTo>
                    <a:close/>
                    <a:moveTo>
                      <a:pt x="7142480" y="4188460"/>
                    </a:moveTo>
                    <a:lnTo>
                      <a:pt x="314961" y="4188460"/>
                    </a:lnTo>
                    <a:lnTo>
                      <a:pt x="314961" y="353060"/>
                    </a:lnTo>
                    <a:lnTo>
                      <a:pt x="7142480" y="353060"/>
                    </a:lnTo>
                    <a:lnTo>
                      <a:pt x="7142480" y="418846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Freeform 189" id="189"/>
              <p:cNvSpPr/>
              <p:nvPr/>
            </p:nvSpPr>
            <p:spPr>
              <a:xfrm flipH="false" flipV="false" rot="0">
                <a:off x="0" y="4514850"/>
                <a:ext cx="7467600" cy="695960"/>
              </a:xfrm>
              <a:custGeom>
                <a:avLst/>
                <a:gdLst/>
                <a:ahLst/>
                <a:cxnLst/>
                <a:rect r="r" b="b" t="t" l="l"/>
                <a:pathLst>
                  <a:path h="695960" w="7467600">
                    <a:moveTo>
                      <a:pt x="0" y="355600"/>
                    </a:moveTo>
                    <a:cubicBezTo>
                      <a:pt x="0" y="543560"/>
                      <a:pt x="152400" y="695960"/>
                      <a:pt x="340360" y="695960"/>
                    </a:cubicBezTo>
                    <a:lnTo>
                      <a:pt x="7127240" y="695960"/>
                    </a:lnTo>
                    <a:cubicBezTo>
                      <a:pt x="7315200" y="695960"/>
                      <a:pt x="7467600" y="543560"/>
                      <a:pt x="7467600" y="355600"/>
                    </a:cubicBezTo>
                    <a:lnTo>
                      <a:pt x="7467600" y="0"/>
                    </a:lnTo>
                    <a:lnTo>
                      <a:pt x="0" y="0"/>
                    </a:lnTo>
                    <a:lnTo>
                      <a:pt x="0" y="355600"/>
                    </a:lnTo>
                    <a:close/>
                  </a:path>
                </a:pathLst>
              </a:custGeom>
              <a:solidFill>
                <a:srgbClr val="BBBBBB"/>
              </a:solidFill>
            </p:spPr>
          </p:sp>
          <p:sp>
            <p:nvSpPr>
              <p:cNvPr name="Freeform 190" id="190"/>
              <p:cNvSpPr/>
              <p:nvPr/>
            </p:nvSpPr>
            <p:spPr>
              <a:xfrm flipH="false" flipV="false" rot="0">
                <a:off x="2429510" y="5210810"/>
                <a:ext cx="2606040" cy="791210"/>
              </a:xfrm>
              <a:custGeom>
                <a:avLst/>
                <a:gdLst/>
                <a:ahLst/>
                <a:cxnLst/>
                <a:rect r="r" b="b" t="t" l="l"/>
                <a:pathLst>
                  <a:path h="791210" w="2606040">
                    <a:moveTo>
                      <a:pt x="1258570" y="0"/>
                    </a:moveTo>
                    <a:lnTo>
                      <a:pt x="453390" y="0"/>
                    </a:lnTo>
                    <a:cubicBezTo>
                      <a:pt x="453390" y="0"/>
                      <a:pt x="429260" y="370840"/>
                      <a:pt x="403860" y="525780"/>
                    </a:cubicBezTo>
                    <a:cubicBezTo>
                      <a:pt x="359410" y="791210"/>
                      <a:pt x="87630" y="706120"/>
                      <a:pt x="10160" y="762000"/>
                    </a:cubicBezTo>
                    <a:cubicBezTo>
                      <a:pt x="0" y="769620"/>
                      <a:pt x="5080" y="786130"/>
                      <a:pt x="17780" y="786130"/>
                    </a:cubicBezTo>
                    <a:lnTo>
                      <a:pt x="2588260" y="786130"/>
                    </a:lnTo>
                    <a:cubicBezTo>
                      <a:pt x="2600960" y="786130"/>
                      <a:pt x="2606040" y="769620"/>
                      <a:pt x="2595880" y="762000"/>
                    </a:cubicBezTo>
                    <a:cubicBezTo>
                      <a:pt x="2518410" y="706120"/>
                      <a:pt x="2246630" y="791210"/>
                      <a:pt x="2202180" y="525780"/>
                    </a:cubicBezTo>
                    <a:cubicBezTo>
                      <a:pt x="2176780" y="370840"/>
                      <a:pt x="2152650" y="0"/>
                      <a:pt x="2152650" y="0"/>
                    </a:cubicBezTo>
                    <a:lnTo>
                      <a:pt x="1258570" y="0"/>
                    </a:lnTo>
                    <a:close/>
                  </a:path>
                </a:pathLst>
              </a:custGeom>
              <a:solidFill>
                <a:srgbClr val="BBBBBB"/>
              </a:solidFill>
            </p:spPr>
          </p:sp>
          <p:sp>
            <p:nvSpPr>
              <p:cNvPr name="Freeform 191" id="191"/>
              <p:cNvSpPr/>
              <p:nvPr/>
            </p:nvSpPr>
            <p:spPr>
              <a:xfrm flipH="false" flipV="false" rot="0">
                <a:off x="314960" y="353060"/>
                <a:ext cx="6827520" cy="3835400"/>
              </a:xfrm>
              <a:custGeom>
                <a:avLst/>
                <a:gdLst/>
                <a:ahLst/>
                <a:cxnLst/>
                <a:rect r="r" b="b" t="t" l="l"/>
                <a:pathLst>
                  <a:path h="3835400" w="6827520">
                    <a:moveTo>
                      <a:pt x="0" y="0"/>
                    </a:moveTo>
                    <a:lnTo>
                      <a:pt x="6827520" y="0"/>
                    </a:lnTo>
                    <a:lnTo>
                      <a:pt x="6827520" y="3835400"/>
                    </a:lnTo>
                    <a:lnTo>
                      <a:pt x="0" y="3835400"/>
                    </a:lnTo>
                    <a:close/>
                  </a:path>
                </a:pathLst>
              </a:custGeom>
              <a:blipFill>
                <a:blip r:embed="rId17"/>
                <a:stretch>
                  <a:fillRect l="0" t="-39006" r="0" b="-39006"/>
                </a:stretch>
              </a:blipFill>
            </p:spPr>
          </p:sp>
        </p:grpSp>
        <p:grpSp>
          <p:nvGrpSpPr>
            <p:cNvPr name="Group 192" id="192"/>
            <p:cNvGrpSpPr/>
            <p:nvPr/>
          </p:nvGrpSpPr>
          <p:grpSpPr>
            <a:xfrm rot="0">
              <a:off x="2413354" y="1150996"/>
              <a:ext cx="6476691" cy="4469161"/>
              <a:chOff x="0" y="0"/>
              <a:chExt cx="2310193" cy="1594120"/>
            </a:xfrm>
          </p:grpSpPr>
          <p:sp>
            <p:nvSpPr>
              <p:cNvPr name="Freeform 193" id="193"/>
              <p:cNvSpPr/>
              <p:nvPr/>
            </p:nvSpPr>
            <p:spPr>
              <a:xfrm flipH="false" flipV="false" rot="0">
                <a:off x="0" y="0"/>
                <a:ext cx="2310193" cy="1594120"/>
              </a:xfrm>
              <a:custGeom>
                <a:avLst/>
                <a:gdLst/>
                <a:ahLst/>
                <a:cxnLst/>
                <a:rect r="r" b="b" t="t" l="l"/>
                <a:pathLst>
                  <a:path h="1594120" w="2310193">
                    <a:moveTo>
                      <a:pt x="24962" y="0"/>
                    </a:moveTo>
                    <a:lnTo>
                      <a:pt x="2285231" y="0"/>
                    </a:lnTo>
                    <a:cubicBezTo>
                      <a:pt x="2299017" y="0"/>
                      <a:pt x="2310193" y="11176"/>
                      <a:pt x="2310193" y="24962"/>
                    </a:cubicBezTo>
                    <a:lnTo>
                      <a:pt x="2310193" y="1569158"/>
                    </a:lnTo>
                    <a:cubicBezTo>
                      <a:pt x="2310193" y="1575779"/>
                      <a:pt x="2307563" y="1582128"/>
                      <a:pt x="2302882" y="1586809"/>
                    </a:cubicBezTo>
                    <a:cubicBezTo>
                      <a:pt x="2298200" y="1591490"/>
                      <a:pt x="2291851" y="1594120"/>
                      <a:pt x="2285231" y="1594120"/>
                    </a:cubicBezTo>
                    <a:lnTo>
                      <a:pt x="24962" y="1594120"/>
                    </a:lnTo>
                    <a:cubicBezTo>
                      <a:pt x="18342" y="1594120"/>
                      <a:pt x="11992" y="1591490"/>
                      <a:pt x="7311" y="1586809"/>
                    </a:cubicBezTo>
                    <a:cubicBezTo>
                      <a:pt x="2630" y="1582128"/>
                      <a:pt x="0" y="1575779"/>
                      <a:pt x="0" y="1569158"/>
                    </a:cubicBezTo>
                    <a:lnTo>
                      <a:pt x="0" y="24962"/>
                    </a:lnTo>
                    <a:cubicBezTo>
                      <a:pt x="0" y="18342"/>
                      <a:pt x="2630" y="11992"/>
                      <a:pt x="7311" y="7311"/>
                    </a:cubicBezTo>
                    <a:cubicBezTo>
                      <a:pt x="11992" y="2630"/>
                      <a:pt x="18342" y="0"/>
                      <a:pt x="24962" y="0"/>
                    </a:cubicBezTo>
                    <a:close/>
                  </a:path>
                </a:pathLst>
              </a:custGeom>
              <a:solidFill>
                <a:srgbClr val="294A5B">
                  <a:alpha val="88627"/>
                </a:srgbClr>
              </a:solidFill>
              <a:ln w="19050" cap="rnd">
                <a:solidFill>
                  <a:srgbClr val="FFFFFF">
                    <a:alpha val="88627"/>
                  </a:srgbClr>
                </a:solidFill>
                <a:prstDash val="dash"/>
                <a:round/>
              </a:ln>
            </p:spPr>
          </p:sp>
          <p:sp>
            <p:nvSpPr>
              <p:cNvPr name="TextBox 194" id="194"/>
              <p:cNvSpPr txBox="true"/>
              <p:nvPr/>
            </p:nvSpPr>
            <p:spPr>
              <a:xfrm>
                <a:off x="0" y="-38100"/>
                <a:ext cx="2310193" cy="1632220"/>
              </a:xfrm>
              <a:prstGeom prst="rect">
                <a:avLst/>
              </a:prstGeom>
            </p:spPr>
            <p:txBody>
              <a:bodyPr anchor="ctr" rtlCol="false" tIns="57446" lIns="57446" bIns="57446" rIns="57446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95" id="195"/>
            <p:cNvGrpSpPr/>
            <p:nvPr/>
          </p:nvGrpSpPr>
          <p:grpSpPr>
            <a:xfrm rot="0">
              <a:off x="2641726" y="3017033"/>
              <a:ext cx="1391713" cy="1391713"/>
              <a:chOff x="0" y="0"/>
              <a:chExt cx="812800" cy="812800"/>
            </a:xfrm>
          </p:grpSpPr>
          <p:sp>
            <p:nvSpPr>
              <p:cNvPr name="Freeform 196" id="19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136797" y="0"/>
                    </a:moveTo>
                    <a:lnTo>
                      <a:pt x="676003" y="0"/>
                    </a:lnTo>
                    <a:cubicBezTo>
                      <a:pt x="751554" y="0"/>
                      <a:pt x="812800" y="61246"/>
                      <a:pt x="812800" y="136797"/>
                    </a:cubicBezTo>
                    <a:lnTo>
                      <a:pt x="812800" y="676003"/>
                    </a:lnTo>
                    <a:cubicBezTo>
                      <a:pt x="812800" y="751554"/>
                      <a:pt x="751554" y="812800"/>
                      <a:pt x="676003" y="812800"/>
                    </a:cubicBezTo>
                    <a:lnTo>
                      <a:pt x="136797" y="812800"/>
                    </a:lnTo>
                    <a:cubicBezTo>
                      <a:pt x="61246" y="812800"/>
                      <a:pt x="0" y="751554"/>
                      <a:pt x="0" y="676003"/>
                    </a:cubicBezTo>
                    <a:lnTo>
                      <a:pt x="0" y="136797"/>
                    </a:lnTo>
                    <a:cubicBezTo>
                      <a:pt x="0" y="61246"/>
                      <a:pt x="61246" y="0"/>
                      <a:pt x="136797" y="0"/>
                    </a:cubicBezTo>
                    <a:close/>
                  </a:path>
                </a:pathLst>
              </a:custGeom>
              <a:blipFill>
                <a:blip r:embed="rId18"/>
                <a:stretch>
                  <a:fillRect l="0" t="-38888" r="0" b="-38888"/>
                </a:stretch>
              </a:blipFill>
            </p:spPr>
          </p:sp>
        </p:grpSp>
        <p:grpSp>
          <p:nvGrpSpPr>
            <p:cNvPr name="Group 197" id="197"/>
            <p:cNvGrpSpPr/>
            <p:nvPr/>
          </p:nvGrpSpPr>
          <p:grpSpPr>
            <a:xfrm rot="0">
              <a:off x="718025" y="5891545"/>
              <a:ext cx="1221868" cy="281106"/>
              <a:chOff x="0" y="0"/>
              <a:chExt cx="300986" cy="69246"/>
            </a:xfrm>
          </p:grpSpPr>
          <p:sp>
            <p:nvSpPr>
              <p:cNvPr name="Freeform 198" id="198"/>
              <p:cNvSpPr/>
              <p:nvPr/>
            </p:nvSpPr>
            <p:spPr>
              <a:xfrm flipH="false" flipV="false" rot="0">
                <a:off x="0" y="0"/>
                <a:ext cx="300986" cy="69246"/>
              </a:xfrm>
              <a:custGeom>
                <a:avLst/>
                <a:gdLst/>
                <a:ahLst/>
                <a:cxnLst/>
                <a:rect r="r" b="b" t="t" l="l"/>
                <a:pathLst>
                  <a:path h="69246" w="300986">
                    <a:moveTo>
                      <a:pt x="34623" y="0"/>
                    </a:moveTo>
                    <a:lnTo>
                      <a:pt x="266363" y="0"/>
                    </a:lnTo>
                    <a:cubicBezTo>
                      <a:pt x="275546" y="0"/>
                      <a:pt x="284352" y="3648"/>
                      <a:pt x="290846" y="10141"/>
                    </a:cubicBezTo>
                    <a:cubicBezTo>
                      <a:pt x="297339" y="16634"/>
                      <a:pt x="300986" y="25440"/>
                      <a:pt x="300986" y="34623"/>
                    </a:cubicBezTo>
                    <a:lnTo>
                      <a:pt x="300986" y="34623"/>
                    </a:lnTo>
                    <a:cubicBezTo>
                      <a:pt x="300986" y="53744"/>
                      <a:pt x="285485" y="69246"/>
                      <a:pt x="266363" y="69246"/>
                    </a:cubicBezTo>
                    <a:lnTo>
                      <a:pt x="34623" y="69246"/>
                    </a:lnTo>
                    <a:cubicBezTo>
                      <a:pt x="15501" y="69246"/>
                      <a:pt x="0" y="53744"/>
                      <a:pt x="0" y="34623"/>
                    </a:cubicBezTo>
                    <a:lnTo>
                      <a:pt x="0" y="34623"/>
                    </a:lnTo>
                    <a:cubicBezTo>
                      <a:pt x="0" y="15501"/>
                      <a:pt x="15501" y="0"/>
                      <a:pt x="34623" y="0"/>
                    </a:cubicBezTo>
                    <a:close/>
                  </a:path>
                </a:pathLst>
              </a:custGeom>
              <a:solidFill>
                <a:srgbClr val="CAA244"/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99" id="199"/>
              <p:cNvSpPr txBox="true"/>
              <p:nvPr/>
            </p:nvSpPr>
            <p:spPr>
              <a:xfrm>
                <a:off x="0" y="-47625"/>
                <a:ext cx="300986" cy="1168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06"/>
                  </a:lnSpc>
                </a:pPr>
              </a:p>
            </p:txBody>
          </p:sp>
        </p:grpSp>
        <p:sp>
          <p:nvSpPr>
            <p:cNvPr name="TextBox 200" id="200"/>
            <p:cNvSpPr txBox="true"/>
            <p:nvPr/>
          </p:nvSpPr>
          <p:spPr>
            <a:xfrm rot="0">
              <a:off x="778414" y="5961666"/>
              <a:ext cx="1101090" cy="1503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36"/>
                </a:lnSpc>
              </a:pPr>
              <a:r>
                <a:rPr lang="en-US" sz="800" spc="56">
                  <a:solidFill>
                    <a:srgbClr val="FFFFFF"/>
                  </a:solidFill>
                  <a:latin typeface="SCR-N Seven Bold"/>
                  <a:ea typeface="SCR-N Seven Bold"/>
                  <a:cs typeface="SCR-N Seven Bold"/>
                  <a:sym typeface="SCR-N Seven Bold"/>
                </a:rPr>
                <a:t>EXIT</a:t>
              </a:r>
            </a:p>
          </p:txBody>
        </p:sp>
        <p:sp>
          <p:nvSpPr>
            <p:cNvPr name="Freeform 201" id="201"/>
            <p:cNvSpPr/>
            <p:nvPr/>
          </p:nvSpPr>
          <p:spPr>
            <a:xfrm flipH="false" flipV="false" rot="0">
              <a:off x="2641726" y="5112877"/>
              <a:ext cx="172533" cy="167828"/>
            </a:xfrm>
            <a:custGeom>
              <a:avLst/>
              <a:gdLst/>
              <a:ahLst/>
              <a:cxnLst/>
              <a:rect r="r" b="b" t="t" l="l"/>
              <a:pathLst>
                <a:path h="167828" w="172533">
                  <a:moveTo>
                    <a:pt x="0" y="0"/>
                  </a:moveTo>
                  <a:lnTo>
                    <a:pt x="172534" y="0"/>
                  </a:lnTo>
                  <a:lnTo>
                    <a:pt x="172534" y="167827"/>
                  </a:lnTo>
                  <a:lnTo>
                    <a:pt x="0" y="167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 rot="0">
              <a:off x="2176624" y="1776751"/>
              <a:ext cx="6950153" cy="3338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68"/>
                </a:lnSpc>
              </a:pPr>
              <a:r>
                <a:rPr lang="en-US" sz="1813" spc="126">
                  <a:solidFill>
                    <a:srgbClr val="CAA244"/>
                  </a:solidFill>
                  <a:latin typeface="SCR-N Seven Bold"/>
                  <a:ea typeface="SCR-N Seven Bold"/>
                  <a:cs typeface="SCR-N Seven Bold"/>
                  <a:sym typeface="SCR-N Seven Bold"/>
                </a:rPr>
                <a:t>DICA DE CUPOM</a:t>
              </a:r>
              <a:r>
                <a:rPr lang="en-US" sz="1813" spc="126">
                  <a:solidFill>
                    <a:srgbClr val="CAA244"/>
                  </a:solidFill>
                  <a:latin typeface="SCR-N Seven Bold"/>
                  <a:ea typeface="SCR-N Seven Bold"/>
                  <a:cs typeface="SCR-N Seven Bold"/>
                  <a:sym typeface="SCR-N Seven Bold"/>
                </a:rPr>
                <a:t> REAL!</a:t>
              </a:r>
            </a:p>
          </p:txBody>
        </p:sp>
        <p:sp>
          <p:nvSpPr>
            <p:cNvPr name="TextBox 203" id="203"/>
            <p:cNvSpPr txBox="true"/>
            <p:nvPr/>
          </p:nvSpPr>
          <p:spPr>
            <a:xfrm rot="0">
              <a:off x="4277265" y="2557694"/>
              <a:ext cx="3688552" cy="22067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71"/>
                </a:lnSpc>
              </a:pPr>
              <a:r>
                <a:rPr lang="en-US" sz="838" spc="58">
                  <a:solidFill>
                    <a:srgbClr val="CAA244"/>
                  </a:solidFill>
                  <a:latin typeface="SCR-N Seven Bold"/>
                  <a:ea typeface="SCR-N Seven Bold"/>
                  <a:cs typeface="SCR-N Seven Bold"/>
                  <a:sym typeface="SCR-N Seven Bold"/>
                </a:rPr>
                <a:t>O bairro da Liberdade, em São Paulo, é um dos lugares mais marcantes da cidade. Conhecido por sua forte influência da cultura japonesa — e também chinesa e coreana —, ele é um verdadeiro pedaço da Ásia no Brasil. As ruas são decoradas com luminárias vermelhas, e o aroma de comida oriental se espalha pelos mercados e restaurantes. </a:t>
              </a:r>
            </a:p>
            <a:p>
              <a:pPr algn="l">
                <a:lnSpc>
                  <a:spcPts val="771"/>
                </a:lnSpc>
              </a:pPr>
            </a:p>
            <a:p>
              <a:pPr algn="l">
                <a:lnSpc>
                  <a:spcPts val="771"/>
                </a:lnSpc>
              </a:pPr>
              <a:r>
                <a:rPr lang="en-US" sz="838" spc="58">
                  <a:solidFill>
                    <a:srgbClr val="CAA244"/>
                  </a:solidFill>
                  <a:latin typeface="SCR-N Seven Bold"/>
                  <a:ea typeface="SCR-N Seven Bold"/>
                  <a:cs typeface="SCR-N Seven Bold"/>
                  <a:sym typeface="SCR-N Seven Bold"/>
                </a:rPr>
                <a:t>Aos finais de semana, a feira da Liberdade atrai visitantes de todas as partes, com barracas de artesanato, doces típicos e comidas tradicionais. Além disso, o bairro é um símbolo de convivência entre culturas e de preservação das tradições dos imigrantes que ajudaram a formar a identidade paulistana.</a:t>
              </a:r>
            </a:p>
          </p:txBody>
        </p:sp>
        <p:sp>
          <p:nvSpPr>
            <p:cNvPr name="TextBox 204" id="204"/>
            <p:cNvSpPr txBox="true"/>
            <p:nvPr/>
          </p:nvSpPr>
          <p:spPr>
            <a:xfrm rot="0">
              <a:off x="2786112" y="5201508"/>
              <a:ext cx="1102941" cy="791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9"/>
                </a:lnSpc>
              </a:pPr>
              <a:r>
                <a:rPr lang="en-US" sz="390" spc="27">
                  <a:solidFill>
                    <a:srgbClr val="CAA244"/>
                  </a:solidFill>
                  <a:latin typeface="SCR-N Seven Bold"/>
                  <a:ea typeface="SCR-N Seven Bold"/>
                  <a:cs typeface="SCR-N Seven Bold"/>
                  <a:sym typeface="SCR-N Seven Bold"/>
                </a:rPr>
                <a:t>PRAÇA DA LIBERDADE </a:t>
              </a:r>
            </a:p>
          </p:txBody>
        </p:sp>
      </p:grpSp>
      <p:grpSp>
        <p:nvGrpSpPr>
          <p:cNvPr name="Group 205" id="205"/>
          <p:cNvGrpSpPr>
            <a:grpSpLocks noChangeAspect="true"/>
          </p:cNvGrpSpPr>
          <p:nvPr/>
        </p:nvGrpSpPr>
        <p:grpSpPr>
          <a:xfrm rot="0">
            <a:off x="16498035" y="23969004"/>
            <a:ext cx="8495523" cy="6820980"/>
            <a:chOff x="0" y="0"/>
            <a:chExt cx="7467600" cy="5995670"/>
          </a:xfrm>
        </p:grpSpPr>
        <p:sp>
          <p:nvSpPr>
            <p:cNvPr name="Freeform 206" id="206"/>
            <p:cNvSpPr/>
            <p:nvPr/>
          </p:nvSpPr>
          <p:spPr>
            <a:xfrm flipH="false" flipV="false" rot="0">
              <a:off x="0" y="0"/>
              <a:ext cx="7467600" cy="4513580"/>
            </a:xfrm>
            <a:custGeom>
              <a:avLst/>
              <a:gdLst/>
              <a:ahLst/>
              <a:cxnLst/>
              <a:rect r="r" b="b" t="t" l="l"/>
              <a:pathLst>
                <a:path h="4513580" w="7467600">
                  <a:moveTo>
                    <a:pt x="7127240" y="0"/>
                  </a:moveTo>
                  <a:lnTo>
                    <a:pt x="340360" y="0"/>
                  </a:lnTo>
                  <a:cubicBezTo>
                    <a:pt x="152400" y="0"/>
                    <a:pt x="0" y="152400"/>
                    <a:pt x="0" y="340360"/>
                  </a:cubicBezTo>
                  <a:lnTo>
                    <a:pt x="0" y="4513580"/>
                  </a:lnTo>
                  <a:lnTo>
                    <a:pt x="7467600" y="4513580"/>
                  </a:lnTo>
                  <a:lnTo>
                    <a:pt x="7467600" y="340360"/>
                  </a:lnTo>
                  <a:cubicBezTo>
                    <a:pt x="7467600" y="152400"/>
                    <a:pt x="7315200" y="0"/>
                    <a:pt x="7127240" y="0"/>
                  </a:cubicBezTo>
                  <a:close/>
                  <a:moveTo>
                    <a:pt x="7142480" y="4188460"/>
                  </a:moveTo>
                  <a:lnTo>
                    <a:pt x="314961" y="4188460"/>
                  </a:lnTo>
                  <a:lnTo>
                    <a:pt x="314961" y="353060"/>
                  </a:lnTo>
                  <a:lnTo>
                    <a:pt x="7142480" y="353060"/>
                  </a:lnTo>
                  <a:lnTo>
                    <a:pt x="7142480" y="41884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07" id="207"/>
            <p:cNvSpPr/>
            <p:nvPr/>
          </p:nvSpPr>
          <p:spPr>
            <a:xfrm flipH="false" flipV="false" rot="0">
              <a:off x="0" y="4514850"/>
              <a:ext cx="7467600" cy="695960"/>
            </a:xfrm>
            <a:custGeom>
              <a:avLst/>
              <a:gdLst/>
              <a:ahLst/>
              <a:cxnLst/>
              <a:rect r="r" b="b" t="t" l="l"/>
              <a:pathLst>
                <a:path h="695960" w="7467600">
                  <a:moveTo>
                    <a:pt x="0" y="355600"/>
                  </a:moveTo>
                  <a:cubicBezTo>
                    <a:pt x="0" y="543560"/>
                    <a:pt x="152400" y="695960"/>
                    <a:pt x="340360" y="695960"/>
                  </a:cubicBezTo>
                  <a:lnTo>
                    <a:pt x="7127240" y="695960"/>
                  </a:lnTo>
                  <a:cubicBezTo>
                    <a:pt x="7315200" y="695960"/>
                    <a:pt x="7467600" y="543560"/>
                    <a:pt x="7467600" y="355600"/>
                  </a:cubicBezTo>
                  <a:lnTo>
                    <a:pt x="7467600" y="0"/>
                  </a:lnTo>
                  <a:lnTo>
                    <a:pt x="0" y="0"/>
                  </a:lnTo>
                  <a:lnTo>
                    <a:pt x="0" y="35560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208" id="208"/>
            <p:cNvSpPr/>
            <p:nvPr/>
          </p:nvSpPr>
          <p:spPr>
            <a:xfrm flipH="false" flipV="false" rot="0">
              <a:off x="2429510" y="5210810"/>
              <a:ext cx="2606040" cy="791210"/>
            </a:xfrm>
            <a:custGeom>
              <a:avLst/>
              <a:gdLst/>
              <a:ahLst/>
              <a:cxnLst/>
              <a:rect r="r" b="b" t="t" l="l"/>
              <a:pathLst>
                <a:path h="791210" w="2606040">
                  <a:moveTo>
                    <a:pt x="1258570" y="0"/>
                  </a:moveTo>
                  <a:lnTo>
                    <a:pt x="453390" y="0"/>
                  </a:lnTo>
                  <a:cubicBezTo>
                    <a:pt x="453390" y="0"/>
                    <a:pt x="429260" y="370840"/>
                    <a:pt x="403860" y="525780"/>
                  </a:cubicBezTo>
                  <a:cubicBezTo>
                    <a:pt x="359410" y="791210"/>
                    <a:pt x="87630" y="706120"/>
                    <a:pt x="10160" y="762000"/>
                  </a:cubicBezTo>
                  <a:cubicBezTo>
                    <a:pt x="0" y="769620"/>
                    <a:pt x="5080" y="786130"/>
                    <a:pt x="17780" y="786130"/>
                  </a:cubicBezTo>
                  <a:lnTo>
                    <a:pt x="2588260" y="786130"/>
                  </a:lnTo>
                  <a:cubicBezTo>
                    <a:pt x="2600960" y="786130"/>
                    <a:pt x="2606040" y="769620"/>
                    <a:pt x="2595880" y="762000"/>
                  </a:cubicBezTo>
                  <a:cubicBezTo>
                    <a:pt x="2518410" y="706120"/>
                    <a:pt x="2246630" y="791210"/>
                    <a:pt x="2202180" y="525780"/>
                  </a:cubicBezTo>
                  <a:cubicBezTo>
                    <a:pt x="2176780" y="370840"/>
                    <a:pt x="2152650" y="0"/>
                    <a:pt x="2152650" y="0"/>
                  </a:cubicBezTo>
                  <a:lnTo>
                    <a:pt x="1258570" y="0"/>
                  </a:lnTo>
                  <a:close/>
                </a:path>
              </a:pathLst>
            </a:custGeom>
            <a:solidFill>
              <a:srgbClr val="BBBBBB"/>
            </a:solidFill>
          </p:spPr>
        </p:sp>
        <p:sp>
          <p:nvSpPr>
            <p:cNvPr name="Freeform 209" id="209"/>
            <p:cNvSpPr/>
            <p:nvPr/>
          </p:nvSpPr>
          <p:spPr>
            <a:xfrm flipH="false" flipV="false" rot="0">
              <a:off x="314960" y="353060"/>
              <a:ext cx="6827520" cy="3835400"/>
            </a:xfrm>
            <a:custGeom>
              <a:avLst/>
              <a:gdLst/>
              <a:ahLst/>
              <a:cxnLst/>
              <a:rect r="r" b="b" t="t" l="l"/>
              <a:pathLst>
                <a:path h="383540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3835400"/>
                  </a:lnTo>
                  <a:lnTo>
                    <a:pt x="0" y="3835400"/>
                  </a:lnTo>
                  <a:close/>
                </a:path>
              </a:pathLst>
            </a:custGeom>
            <a:blipFill>
              <a:blip r:embed="rId13"/>
              <a:stretch>
                <a:fillRect l="0" t="-39006" r="0" b="-39006"/>
              </a:stretch>
            </a:blipFill>
          </p:spPr>
        </p:sp>
      </p:grpSp>
      <p:sp>
        <p:nvSpPr>
          <p:cNvPr name="Freeform 210" id="210"/>
          <p:cNvSpPr/>
          <p:nvPr/>
        </p:nvSpPr>
        <p:spPr>
          <a:xfrm flipH="false" flipV="false" rot="0">
            <a:off x="23697987" y="22767144"/>
            <a:ext cx="287460" cy="287460"/>
          </a:xfrm>
          <a:custGeom>
            <a:avLst/>
            <a:gdLst/>
            <a:ahLst/>
            <a:cxnLst/>
            <a:rect r="r" b="b" t="t" l="l"/>
            <a:pathLst>
              <a:path h="287460" w="287460">
                <a:moveTo>
                  <a:pt x="0" y="0"/>
                </a:moveTo>
                <a:lnTo>
                  <a:pt x="287459" y="0"/>
                </a:lnTo>
                <a:lnTo>
                  <a:pt x="287459" y="287460"/>
                </a:lnTo>
                <a:lnTo>
                  <a:pt x="0" y="2874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1" id="211"/>
          <p:cNvGrpSpPr/>
          <p:nvPr/>
        </p:nvGrpSpPr>
        <p:grpSpPr>
          <a:xfrm rot="0">
            <a:off x="18049986" y="25066983"/>
            <a:ext cx="5818858" cy="3035674"/>
            <a:chOff x="0" y="0"/>
            <a:chExt cx="3055650" cy="1594120"/>
          </a:xfrm>
        </p:grpSpPr>
        <p:sp>
          <p:nvSpPr>
            <p:cNvPr name="Freeform 212" id="212"/>
            <p:cNvSpPr/>
            <p:nvPr/>
          </p:nvSpPr>
          <p:spPr>
            <a:xfrm flipH="false" flipV="false" rot="0">
              <a:off x="0" y="0"/>
              <a:ext cx="3055650" cy="1594120"/>
            </a:xfrm>
            <a:custGeom>
              <a:avLst/>
              <a:gdLst/>
              <a:ahLst/>
              <a:cxnLst/>
              <a:rect r="r" b="b" t="t" l="l"/>
              <a:pathLst>
                <a:path h="1594120" w="3055650">
                  <a:moveTo>
                    <a:pt x="25986" y="0"/>
                  </a:moveTo>
                  <a:lnTo>
                    <a:pt x="3029664" y="0"/>
                  </a:lnTo>
                  <a:cubicBezTo>
                    <a:pt x="3036556" y="0"/>
                    <a:pt x="3043165" y="2738"/>
                    <a:pt x="3048039" y="7611"/>
                  </a:cubicBezTo>
                  <a:cubicBezTo>
                    <a:pt x="3052912" y="12484"/>
                    <a:pt x="3055650" y="19094"/>
                    <a:pt x="3055650" y="25986"/>
                  </a:cubicBezTo>
                  <a:lnTo>
                    <a:pt x="3055650" y="1568134"/>
                  </a:lnTo>
                  <a:cubicBezTo>
                    <a:pt x="3055650" y="1582486"/>
                    <a:pt x="3044015" y="1594120"/>
                    <a:pt x="3029664" y="1594120"/>
                  </a:cubicBezTo>
                  <a:lnTo>
                    <a:pt x="25986" y="1594120"/>
                  </a:lnTo>
                  <a:cubicBezTo>
                    <a:pt x="19094" y="1594120"/>
                    <a:pt x="12484" y="1591382"/>
                    <a:pt x="7611" y="1586509"/>
                  </a:cubicBezTo>
                  <a:cubicBezTo>
                    <a:pt x="2738" y="1581636"/>
                    <a:pt x="0" y="1575026"/>
                    <a:pt x="0" y="1568134"/>
                  </a:cubicBezTo>
                  <a:lnTo>
                    <a:pt x="0" y="25986"/>
                  </a:lnTo>
                  <a:cubicBezTo>
                    <a:pt x="0" y="19094"/>
                    <a:pt x="2738" y="12484"/>
                    <a:pt x="7611" y="7611"/>
                  </a:cubicBezTo>
                  <a:cubicBezTo>
                    <a:pt x="12484" y="2738"/>
                    <a:pt x="19094" y="0"/>
                    <a:pt x="25986" y="0"/>
                  </a:cubicBezTo>
                  <a:close/>
                </a:path>
              </a:pathLst>
            </a:custGeom>
            <a:solidFill>
              <a:srgbClr val="294A5B">
                <a:alpha val="69804"/>
              </a:srgbClr>
            </a:solidFill>
            <a:ln w="19050" cap="rnd">
              <a:solidFill>
                <a:srgbClr val="FFFFFF">
                  <a:alpha val="69804"/>
                </a:srgbClr>
              </a:solidFill>
              <a:prstDash val="dash"/>
              <a:round/>
            </a:ln>
          </p:spPr>
        </p:sp>
        <p:sp>
          <p:nvSpPr>
            <p:cNvPr name="TextBox 213" id="213"/>
            <p:cNvSpPr txBox="true"/>
            <p:nvPr/>
          </p:nvSpPr>
          <p:spPr>
            <a:xfrm>
              <a:off x="0" y="-38100"/>
              <a:ext cx="3055650" cy="16322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4" id="214"/>
          <p:cNvSpPr/>
          <p:nvPr/>
        </p:nvSpPr>
        <p:spPr>
          <a:xfrm flipH="false" flipV="false" rot="0">
            <a:off x="21564470" y="26175617"/>
            <a:ext cx="482446" cy="282450"/>
          </a:xfrm>
          <a:custGeom>
            <a:avLst/>
            <a:gdLst/>
            <a:ahLst/>
            <a:cxnLst/>
            <a:rect r="r" b="b" t="t" l="l"/>
            <a:pathLst>
              <a:path h="282450" w="482446">
                <a:moveTo>
                  <a:pt x="0" y="0"/>
                </a:moveTo>
                <a:lnTo>
                  <a:pt x="482445" y="0"/>
                </a:lnTo>
                <a:lnTo>
                  <a:pt x="482445" y="282450"/>
                </a:lnTo>
                <a:lnTo>
                  <a:pt x="0" y="28245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15" id="215"/>
          <p:cNvSpPr/>
          <p:nvPr/>
        </p:nvSpPr>
        <p:spPr>
          <a:xfrm flipH="true" flipV="true">
            <a:off x="20959415" y="26020638"/>
            <a:ext cx="4762" cy="1754289"/>
          </a:xfrm>
          <a:prstGeom prst="line">
            <a:avLst/>
          </a:prstGeom>
          <a:ln cap="flat" w="9525">
            <a:solidFill>
              <a:srgbClr val="FFFFFF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216" id="216"/>
          <p:cNvSpPr/>
          <p:nvPr/>
        </p:nvSpPr>
        <p:spPr>
          <a:xfrm flipH="false" flipV="false" rot="0">
            <a:off x="21564470" y="26777208"/>
            <a:ext cx="482446" cy="282450"/>
          </a:xfrm>
          <a:custGeom>
            <a:avLst/>
            <a:gdLst/>
            <a:ahLst/>
            <a:cxnLst/>
            <a:rect r="r" b="b" t="t" l="l"/>
            <a:pathLst>
              <a:path h="282450" w="482446">
                <a:moveTo>
                  <a:pt x="0" y="0"/>
                </a:moveTo>
                <a:lnTo>
                  <a:pt x="482445" y="0"/>
                </a:lnTo>
                <a:lnTo>
                  <a:pt x="482445" y="282450"/>
                </a:lnTo>
                <a:lnTo>
                  <a:pt x="0" y="28245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7" id="217"/>
          <p:cNvSpPr/>
          <p:nvPr/>
        </p:nvSpPr>
        <p:spPr>
          <a:xfrm flipH="false" flipV="false" rot="0">
            <a:off x="21564470" y="27353534"/>
            <a:ext cx="482446" cy="282450"/>
          </a:xfrm>
          <a:custGeom>
            <a:avLst/>
            <a:gdLst/>
            <a:ahLst/>
            <a:cxnLst/>
            <a:rect r="r" b="b" t="t" l="l"/>
            <a:pathLst>
              <a:path h="282450" w="482446">
                <a:moveTo>
                  <a:pt x="0" y="0"/>
                </a:moveTo>
                <a:lnTo>
                  <a:pt x="482445" y="0"/>
                </a:lnTo>
                <a:lnTo>
                  <a:pt x="482445" y="282451"/>
                </a:lnTo>
                <a:lnTo>
                  <a:pt x="0" y="282451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8" id="218"/>
          <p:cNvGrpSpPr/>
          <p:nvPr/>
        </p:nvGrpSpPr>
        <p:grpSpPr>
          <a:xfrm rot="0">
            <a:off x="17099496" y="28377369"/>
            <a:ext cx="885766" cy="203782"/>
            <a:chOff x="0" y="0"/>
            <a:chExt cx="300986" cy="69246"/>
          </a:xfrm>
        </p:grpSpPr>
        <p:sp>
          <p:nvSpPr>
            <p:cNvPr name="Freeform 219" id="219"/>
            <p:cNvSpPr/>
            <p:nvPr/>
          </p:nvSpPr>
          <p:spPr>
            <a:xfrm flipH="false" flipV="false" rot="0">
              <a:off x="0" y="0"/>
              <a:ext cx="300986" cy="69246"/>
            </a:xfrm>
            <a:custGeom>
              <a:avLst/>
              <a:gdLst/>
              <a:ahLst/>
              <a:cxnLst/>
              <a:rect r="r" b="b" t="t" l="l"/>
              <a:pathLst>
                <a:path h="69246" w="300986">
                  <a:moveTo>
                    <a:pt x="34623" y="0"/>
                  </a:moveTo>
                  <a:lnTo>
                    <a:pt x="266363" y="0"/>
                  </a:lnTo>
                  <a:cubicBezTo>
                    <a:pt x="275546" y="0"/>
                    <a:pt x="284352" y="3648"/>
                    <a:pt x="290846" y="10141"/>
                  </a:cubicBezTo>
                  <a:cubicBezTo>
                    <a:pt x="297339" y="16634"/>
                    <a:pt x="300986" y="25440"/>
                    <a:pt x="300986" y="34623"/>
                  </a:cubicBezTo>
                  <a:lnTo>
                    <a:pt x="300986" y="34623"/>
                  </a:lnTo>
                  <a:cubicBezTo>
                    <a:pt x="300986" y="53744"/>
                    <a:pt x="285485" y="69246"/>
                    <a:pt x="266363" y="69246"/>
                  </a:cubicBezTo>
                  <a:lnTo>
                    <a:pt x="34623" y="69246"/>
                  </a:lnTo>
                  <a:cubicBezTo>
                    <a:pt x="15501" y="69246"/>
                    <a:pt x="0" y="53744"/>
                    <a:pt x="0" y="34623"/>
                  </a:cubicBezTo>
                  <a:lnTo>
                    <a:pt x="0" y="34623"/>
                  </a:lnTo>
                  <a:cubicBezTo>
                    <a:pt x="0" y="15501"/>
                    <a:pt x="15501" y="0"/>
                    <a:pt x="34623" y="0"/>
                  </a:cubicBezTo>
                  <a:close/>
                </a:path>
              </a:pathLst>
            </a:custGeom>
            <a:solidFill>
              <a:srgbClr val="CAA244"/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20" id="220"/>
            <p:cNvSpPr txBox="true"/>
            <p:nvPr/>
          </p:nvSpPr>
          <p:spPr>
            <a:xfrm>
              <a:off x="0" y="-47625"/>
              <a:ext cx="300986" cy="116871"/>
            </a:xfrm>
            <a:prstGeom prst="rect">
              <a:avLst/>
            </a:prstGeom>
          </p:spPr>
          <p:txBody>
            <a:bodyPr anchor="ctr" rtlCol="false" tIns="44923" lIns="44923" bIns="44923" rIns="44923"/>
            <a:lstStyle/>
            <a:p>
              <a:pPr algn="ctr">
                <a:lnSpc>
                  <a:spcPts val="3006"/>
                </a:lnSpc>
              </a:pPr>
            </a:p>
          </p:txBody>
        </p:sp>
      </p:grpSp>
      <p:sp>
        <p:nvSpPr>
          <p:cNvPr name="Freeform 221" id="221"/>
          <p:cNvSpPr/>
          <p:nvPr/>
        </p:nvSpPr>
        <p:spPr>
          <a:xfrm flipH="false" flipV="false" rot="0">
            <a:off x="14929701" y="12070364"/>
            <a:ext cx="2612678" cy="2612678"/>
          </a:xfrm>
          <a:custGeom>
            <a:avLst/>
            <a:gdLst/>
            <a:ahLst/>
            <a:cxnLst/>
            <a:rect r="r" b="b" t="t" l="l"/>
            <a:pathLst>
              <a:path h="2612678" w="2612678">
                <a:moveTo>
                  <a:pt x="0" y="0"/>
                </a:moveTo>
                <a:lnTo>
                  <a:pt x="2612678" y="0"/>
                </a:lnTo>
                <a:lnTo>
                  <a:pt x="2612678" y="2612678"/>
                </a:lnTo>
                <a:lnTo>
                  <a:pt x="0" y="2612678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222" id="222"/>
          <p:cNvSpPr txBox="true"/>
          <p:nvPr/>
        </p:nvSpPr>
        <p:spPr>
          <a:xfrm rot="0">
            <a:off x="781962" y="5009449"/>
            <a:ext cx="13101971" cy="382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20"/>
              </a:lnSpc>
            </a:pPr>
            <a:r>
              <a:rPr lang="en-US" sz="36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Sobre a equipe</a:t>
            </a:r>
          </a:p>
          <a:p>
            <a:pPr algn="just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	Para garantir a integração homogênea do código e evitar erros futuros, nosso grupo dividiu as responsabilidades do projeto. José ficou encarregado da codificação das telas do jogo, da validação das letras e da mecânica de cupons para o jogador. Luiza assumiu a documentação do projeto e a codificação das telas de dicas, tela principal e login. Bruno cuidou de toda a parte do banco de dados, incluindo a estruturação e a modelagem conceitual e lógica. Maria contribuiu com o design e a implantação dos modelos visuais nas telas do Windows Forms. Todos os membros tiveram participação ativa e colaboraram nas tarefas uns dos outros, assegurando um entendimento completo do funcionamento integrado do projeto.</a:t>
            </a:r>
          </a:p>
          <a:p>
            <a:pPr algn="just">
              <a:lnSpc>
                <a:spcPts val="2879"/>
              </a:lnSpc>
            </a:pPr>
          </a:p>
        </p:txBody>
      </p:sp>
      <p:sp>
        <p:nvSpPr>
          <p:cNvPr name="TextBox 223" id="223"/>
          <p:cNvSpPr txBox="true"/>
          <p:nvPr/>
        </p:nvSpPr>
        <p:spPr>
          <a:xfrm rot="0">
            <a:off x="14744594" y="5009450"/>
            <a:ext cx="13101971" cy="603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20"/>
              </a:lnSpc>
            </a:pPr>
            <a:r>
              <a:rPr lang="en-US" sz="36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Problema a ser tratado</a:t>
            </a:r>
          </a:p>
          <a:p>
            <a:pPr algn="just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	  Um dos nossos principais desafios como grupo foi entender as dificuldades individuais e como elas poderiam gerar problemas futuros. Sendo alunos do primeiro semestre e novatos em programação, uma questão central foi aprender a codificar de forma autodidata, aplicar a lógica ensinada nas aulas da Lucy e compreender como o banco de dados, a documentação e as conexões do jogo funcionariam. A própria estruturação do projeto foi um obstáculo ao tentarmos definir o que era viável implementar a partir das nossas ideias, uma dificuldade que superamos com o auxílio das aulas do professor Aimar. Entre os vários problemas técnicos, o maior foi a codificação das telas de jogo, que deveriam validar palavras usando um sistema de tempo. Outro grande desafio foi o requisito "BETFREE" apresentado pelo stakeholder, que exigia que o jogo fosse livre de sistemas de "azar". Isso se tornou um problema, pois a maioria das nossas ideias para o sistema de bonificação de cupons envolvia mecânicas de apostas ("BET"), mas conseguimos contornar essa restrição.</a:t>
            </a:r>
          </a:p>
          <a:p>
            <a:pPr algn="just">
              <a:lnSpc>
                <a:spcPts val="2879"/>
              </a:lnSpc>
            </a:pPr>
          </a:p>
          <a:p>
            <a:pPr algn="just">
              <a:lnSpc>
                <a:spcPts val="2879"/>
              </a:lnSpc>
            </a:pPr>
          </a:p>
          <a:p>
            <a:pPr algn="just">
              <a:lnSpc>
                <a:spcPts val="3199"/>
              </a:lnSpc>
            </a:pPr>
            <a:r>
              <a:rPr lang="en-US" sz="26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</a:p>
        </p:txBody>
      </p:sp>
      <p:sp>
        <p:nvSpPr>
          <p:cNvPr name="TextBox 224" id="224"/>
          <p:cNvSpPr txBox="true"/>
          <p:nvPr/>
        </p:nvSpPr>
        <p:spPr>
          <a:xfrm rot="0">
            <a:off x="721793" y="33560563"/>
            <a:ext cx="13136030" cy="382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20"/>
              </a:lnSpc>
            </a:pPr>
            <a:r>
              <a:rPr lang="en-US" sz="36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Solução proposta</a:t>
            </a:r>
          </a:p>
          <a:p>
            <a:pPr algn="just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	  A partir das aulas de Algoritmos e Lógica de Programação, conseguimos nos orientar melhor na codificação, utilizando diversas estruturas, como matrizes e vetores, entre outras. Avançamos em nosso raciocínio lógico e passamos a enxergar as situações com uma nova perspectiva. Na parte de estruturação do projeto, foram amplamente utilizadas metodologias ágeis, como Scrum, Kanban e Design Sprint. O Design Sprint, na fase inicial do projeto, foi essencial para analisarmos ideias que não teriam viabilidade e, portanto, seriam descartadas. Já o Scrum foi aplicado durante o desenvolvimento, com o auxílio do Kanban. Com esses métodos, conseguimos superar as adversidades e realizar o projeto com excelência e organização.</a:t>
            </a:r>
          </a:p>
          <a:p>
            <a:pPr algn="just">
              <a:lnSpc>
                <a:spcPts val="2879"/>
              </a:lnSpc>
            </a:pPr>
          </a:p>
        </p:txBody>
      </p:sp>
      <p:sp>
        <p:nvSpPr>
          <p:cNvPr name="TextBox 225" id="225"/>
          <p:cNvSpPr txBox="true"/>
          <p:nvPr/>
        </p:nvSpPr>
        <p:spPr>
          <a:xfrm rot="0">
            <a:off x="14738224" y="33560563"/>
            <a:ext cx="13136030" cy="491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20"/>
              </a:lnSpc>
            </a:pPr>
            <a:r>
              <a:rPr lang="en-US" sz="36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Futuro do projeto</a:t>
            </a:r>
          </a:p>
          <a:p>
            <a:pPr algn="just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	 O projeto consiste em uma gamificação que permite aos usuários se beneficiarem por meio de cupons, de forma divertida e competitiva. Por se tratar de um projeto universitário, ele não foi desenvolvido com objetivos monetários, ou seja, não há necessidade de incentivos financeiros para o funcionamento do jogo.O objetivo principal é divertir e educar por meio de uma plataforma gamificada, utilizando um jogo simples, capaz de proporcionar entretenimento e aprendizado digital para pessoas de todas as idades. Pensando no futuro, pretendemos expandir o jogo para outras plataformas, indo além do modelo desktop e levando-o para a nuvem, dispositivos móveis, entre outros ambientes.Para que isso seja possível, é necessário compreender o nível de escalabilidade do jogo e identificar novas funcionalidades que possam ser implementadas, garantindo o crescimento contínuo do projeto, sempre respeitando a liberdade criativa dos desenvolvedores e a opinião dos usuários.</a:t>
            </a:r>
          </a:p>
          <a:p>
            <a:pPr algn="just">
              <a:lnSpc>
                <a:spcPts val="2879"/>
              </a:lnSpc>
            </a:pPr>
          </a:p>
        </p:txBody>
      </p:sp>
      <p:sp>
        <p:nvSpPr>
          <p:cNvPr name="TextBox 226" id="226"/>
          <p:cNvSpPr txBox="true"/>
          <p:nvPr/>
        </p:nvSpPr>
        <p:spPr>
          <a:xfrm rot="0">
            <a:off x="8050871" y="11004610"/>
            <a:ext cx="12685939" cy="1506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39"/>
              </a:lnSpc>
            </a:pPr>
            <a:r>
              <a:rPr lang="en-US" sz="5866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Imagens e ferramentas do Projeto</a:t>
            </a:r>
          </a:p>
          <a:p>
            <a:pPr algn="just">
              <a:lnSpc>
                <a:spcPts val="4479"/>
              </a:lnSpc>
            </a:pPr>
            <a:r>
              <a:rPr lang="en-US" sz="37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	</a:t>
            </a:r>
          </a:p>
        </p:txBody>
      </p:sp>
      <p:sp>
        <p:nvSpPr>
          <p:cNvPr name="TextBox 227" id="227"/>
          <p:cNvSpPr txBox="true"/>
          <p:nvPr/>
        </p:nvSpPr>
        <p:spPr>
          <a:xfrm rot="0">
            <a:off x="18159867" y="25394421"/>
            <a:ext cx="2691322" cy="36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9"/>
              </a:lnSpc>
            </a:pPr>
            <a:r>
              <a:rPr lang="en-US" sz="2629" spc="184">
                <a:solidFill>
                  <a:srgbClr val="CAA24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RANKING</a:t>
            </a:r>
          </a:p>
        </p:txBody>
      </p:sp>
      <p:sp>
        <p:nvSpPr>
          <p:cNvPr name="TextBox 228" id="228"/>
          <p:cNvSpPr txBox="true"/>
          <p:nvPr/>
        </p:nvSpPr>
        <p:spPr>
          <a:xfrm rot="0">
            <a:off x="20937672" y="25394421"/>
            <a:ext cx="2691322" cy="36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9"/>
              </a:lnSpc>
            </a:pPr>
            <a:r>
              <a:rPr lang="en-US" sz="2629" spc="184">
                <a:solidFill>
                  <a:srgbClr val="CAA24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CUPONS</a:t>
            </a:r>
          </a:p>
        </p:txBody>
      </p:sp>
      <p:sp>
        <p:nvSpPr>
          <p:cNvPr name="TextBox 229" id="229"/>
          <p:cNvSpPr txBox="true"/>
          <p:nvPr/>
        </p:nvSpPr>
        <p:spPr>
          <a:xfrm rot="0">
            <a:off x="17143274" y="28421297"/>
            <a:ext cx="798211" cy="115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1"/>
              </a:lnSpc>
            </a:pPr>
            <a:r>
              <a:rPr lang="en-US" sz="773" spc="54">
                <a:solidFill>
                  <a:srgbClr val="FFFFFF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EXIT</a:t>
            </a:r>
          </a:p>
        </p:txBody>
      </p:sp>
      <p:sp>
        <p:nvSpPr>
          <p:cNvPr name="TextBox 230" id="230"/>
          <p:cNvSpPr txBox="true"/>
          <p:nvPr/>
        </p:nvSpPr>
        <p:spPr>
          <a:xfrm rot="0">
            <a:off x="18159867" y="26237381"/>
            <a:ext cx="2691322" cy="177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9"/>
              </a:lnSpc>
            </a:pPr>
            <a:r>
              <a:rPr lang="en-US" sz="1314" spc="92">
                <a:solidFill>
                  <a:srgbClr val="CAA24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JOGADOR 1</a:t>
            </a:r>
          </a:p>
        </p:txBody>
      </p:sp>
      <p:sp>
        <p:nvSpPr>
          <p:cNvPr name="TextBox 231" id="231"/>
          <p:cNvSpPr txBox="true"/>
          <p:nvPr/>
        </p:nvSpPr>
        <p:spPr>
          <a:xfrm rot="0">
            <a:off x="18159867" y="26827751"/>
            <a:ext cx="2691322" cy="177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9"/>
              </a:lnSpc>
            </a:pPr>
            <a:r>
              <a:rPr lang="en-US" sz="1314" spc="92">
                <a:solidFill>
                  <a:srgbClr val="CAA24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JOGADOR 2</a:t>
            </a:r>
          </a:p>
        </p:txBody>
      </p:sp>
      <p:sp>
        <p:nvSpPr>
          <p:cNvPr name="TextBox 232" id="232"/>
          <p:cNvSpPr txBox="true"/>
          <p:nvPr/>
        </p:nvSpPr>
        <p:spPr>
          <a:xfrm rot="0">
            <a:off x="18159867" y="27415298"/>
            <a:ext cx="2691322" cy="177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9"/>
              </a:lnSpc>
            </a:pPr>
            <a:r>
              <a:rPr lang="en-US" sz="1314" spc="92">
                <a:solidFill>
                  <a:srgbClr val="CAA24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JOGADOR 3</a:t>
            </a:r>
          </a:p>
        </p:txBody>
      </p:sp>
      <p:sp>
        <p:nvSpPr>
          <p:cNvPr name="TextBox 233" id="233"/>
          <p:cNvSpPr txBox="true"/>
          <p:nvPr/>
        </p:nvSpPr>
        <p:spPr>
          <a:xfrm rot="0">
            <a:off x="21073715" y="26237381"/>
            <a:ext cx="2691322" cy="177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9"/>
              </a:lnSpc>
            </a:pPr>
            <a:r>
              <a:rPr lang="en-US" sz="1314" spc="92">
                <a:solidFill>
                  <a:srgbClr val="CAA24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60%</a:t>
            </a:r>
          </a:p>
        </p:txBody>
      </p:sp>
      <p:sp>
        <p:nvSpPr>
          <p:cNvPr name="TextBox 234" id="234"/>
          <p:cNvSpPr txBox="true"/>
          <p:nvPr/>
        </p:nvSpPr>
        <p:spPr>
          <a:xfrm rot="0">
            <a:off x="21073715" y="27415298"/>
            <a:ext cx="2691322" cy="177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9"/>
              </a:lnSpc>
            </a:pPr>
            <a:r>
              <a:rPr lang="en-US" sz="1314" spc="92">
                <a:solidFill>
                  <a:srgbClr val="CAA24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10%</a:t>
            </a:r>
          </a:p>
        </p:txBody>
      </p:sp>
      <p:grpSp>
        <p:nvGrpSpPr>
          <p:cNvPr name="Group 235" id="235"/>
          <p:cNvGrpSpPr/>
          <p:nvPr/>
        </p:nvGrpSpPr>
        <p:grpSpPr>
          <a:xfrm rot="0">
            <a:off x="7113383" y="21207506"/>
            <a:ext cx="1247733" cy="410139"/>
            <a:chOff x="0" y="0"/>
            <a:chExt cx="1274994" cy="419100"/>
          </a:xfrm>
        </p:grpSpPr>
        <p:sp>
          <p:nvSpPr>
            <p:cNvPr name="Freeform 236" id="236"/>
            <p:cNvSpPr/>
            <p:nvPr/>
          </p:nvSpPr>
          <p:spPr>
            <a:xfrm flipH="false" flipV="false" rot="0">
              <a:off x="0" y="0"/>
              <a:ext cx="1274994" cy="419100"/>
            </a:xfrm>
            <a:custGeom>
              <a:avLst/>
              <a:gdLst/>
              <a:ahLst/>
              <a:cxnLst/>
              <a:rect r="r" b="b" t="t" l="l"/>
              <a:pathLst>
                <a:path h="419100" w="1274994">
                  <a:moveTo>
                    <a:pt x="121187" y="0"/>
                  </a:moveTo>
                  <a:lnTo>
                    <a:pt x="1153807" y="0"/>
                  </a:lnTo>
                  <a:cubicBezTo>
                    <a:pt x="1220737" y="0"/>
                    <a:pt x="1274994" y="54257"/>
                    <a:pt x="1274994" y="121187"/>
                  </a:cubicBezTo>
                  <a:lnTo>
                    <a:pt x="1274994" y="297913"/>
                  </a:lnTo>
                  <a:cubicBezTo>
                    <a:pt x="1274994" y="330054"/>
                    <a:pt x="1262226" y="360878"/>
                    <a:pt x="1239499" y="383605"/>
                  </a:cubicBezTo>
                  <a:cubicBezTo>
                    <a:pt x="1216772" y="406332"/>
                    <a:pt x="1185948" y="419100"/>
                    <a:pt x="1153807" y="419100"/>
                  </a:cubicBezTo>
                  <a:lnTo>
                    <a:pt x="121187" y="419100"/>
                  </a:lnTo>
                  <a:cubicBezTo>
                    <a:pt x="89046" y="419100"/>
                    <a:pt x="58222" y="406332"/>
                    <a:pt x="35495" y="383605"/>
                  </a:cubicBezTo>
                  <a:cubicBezTo>
                    <a:pt x="12768" y="360878"/>
                    <a:pt x="0" y="330054"/>
                    <a:pt x="0" y="297913"/>
                  </a:cubicBezTo>
                  <a:lnTo>
                    <a:pt x="0" y="121187"/>
                  </a:lnTo>
                  <a:cubicBezTo>
                    <a:pt x="0" y="89046"/>
                    <a:pt x="12768" y="58222"/>
                    <a:pt x="35495" y="35495"/>
                  </a:cubicBezTo>
                  <a:cubicBezTo>
                    <a:pt x="58222" y="12768"/>
                    <a:pt x="89046" y="0"/>
                    <a:pt x="121187" y="0"/>
                  </a:cubicBezTo>
                  <a:close/>
                </a:path>
              </a:pathLst>
            </a:custGeom>
            <a:solidFill>
              <a:srgbClr val="294A5B"/>
            </a:soli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37" id="237"/>
            <p:cNvSpPr txBox="true"/>
            <p:nvPr/>
          </p:nvSpPr>
          <p:spPr>
            <a:xfrm>
              <a:off x="0" y="-38100"/>
              <a:ext cx="1274994" cy="457200"/>
            </a:xfrm>
            <a:prstGeom prst="rect">
              <a:avLst/>
            </a:prstGeom>
          </p:spPr>
          <p:txBody>
            <a:bodyPr anchor="ctr" rtlCol="false" tIns="45640" lIns="45640" bIns="45640" rIns="456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238" id="238"/>
          <p:cNvGrpSpPr/>
          <p:nvPr/>
        </p:nvGrpSpPr>
        <p:grpSpPr>
          <a:xfrm rot="0">
            <a:off x="7113383" y="21730701"/>
            <a:ext cx="1247733" cy="410139"/>
            <a:chOff x="0" y="0"/>
            <a:chExt cx="1274994" cy="419100"/>
          </a:xfrm>
        </p:grpSpPr>
        <p:sp>
          <p:nvSpPr>
            <p:cNvPr name="Freeform 239" id="239"/>
            <p:cNvSpPr/>
            <p:nvPr/>
          </p:nvSpPr>
          <p:spPr>
            <a:xfrm flipH="false" flipV="false" rot="0">
              <a:off x="0" y="0"/>
              <a:ext cx="1274994" cy="419100"/>
            </a:xfrm>
            <a:custGeom>
              <a:avLst/>
              <a:gdLst/>
              <a:ahLst/>
              <a:cxnLst/>
              <a:rect r="r" b="b" t="t" l="l"/>
              <a:pathLst>
                <a:path h="419100" w="1274994">
                  <a:moveTo>
                    <a:pt x="121187" y="0"/>
                  </a:moveTo>
                  <a:lnTo>
                    <a:pt x="1153807" y="0"/>
                  </a:lnTo>
                  <a:cubicBezTo>
                    <a:pt x="1220737" y="0"/>
                    <a:pt x="1274994" y="54257"/>
                    <a:pt x="1274994" y="121187"/>
                  </a:cubicBezTo>
                  <a:lnTo>
                    <a:pt x="1274994" y="297913"/>
                  </a:lnTo>
                  <a:cubicBezTo>
                    <a:pt x="1274994" y="330054"/>
                    <a:pt x="1262226" y="360878"/>
                    <a:pt x="1239499" y="383605"/>
                  </a:cubicBezTo>
                  <a:cubicBezTo>
                    <a:pt x="1216772" y="406332"/>
                    <a:pt x="1185948" y="419100"/>
                    <a:pt x="1153807" y="419100"/>
                  </a:cubicBezTo>
                  <a:lnTo>
                    <a:pt x="121187" y="419100"/>
                  </a:lnTo>
                  <a:cubicBezTo>
                    <a:pt x="89046" y="419100"/>
                    <a:pt x="58222" y="406332"/>
                    <a:pt x="35495" y="383605"/>
                  </a:cubicBezTo>
                  <a:cubicBezTo>
                    <a:pt x="12768" y="360878"/>
                    <a:pt x="0" y="330054"/>
                    <a:pt x="0" y="297913"/>
                  </a:cubicBezTo>
                  <a:lnTo>
                    <a:pt x="0" y="121187"/>
                  </a:lnTo>
                  <a:cubicBezTo>
                    <a:pt x="0" y="89046"/>
                    <a:pt x="12768" y="58222"/>
                    <a:pt x="35495" y="35495"/>
                  </a:cubicBezTo>
                  <a:cubicBezTo>
                    <a:pt x="58222" y="12768"/>
                    <a:pt x="89046" y="0"/>
                    <a:pt x="121187" y="0"/>
                  </a:cubicBezTo>
                  <a:close/>
                </a:path>
              </a:pathLst>
            </a:custGeom>
            <a:solidFill>
              <a:srgbClr val="294A5B"/>
            </a:soli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40" id="240"/>
            <p:cNvSpPr txBox="true"/>
            <p:nvPr/>
          </p:nvSpPr>
          <p:spPr>
            <a:xfrm>
              <a:off x="0" y="-38100"/>
              <a:ext cx="1274994" cy="457200"/>
            </a:xfrm>
            <a:prstGeom prst="rect">
              <a:avLst/>
            </a:prstGeom>
          </p:spPr>
          <p:txBody>
            <a:bodyPr anchor="ctr" rtlCol="false" tIns="45640" lIns="45640" bIns="45640" rIns="456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241" id="241"/>
          <p:cNvGrpSpPr/>
          <p:nvPr/>
        </p:nvGrpSpPr>
        <p:grpSpPr>
          <a:xfrm rot="0">
            <a:off x="7113383" y="22253896"/>
            <a:ext cx="1247733" cy="410139"/>
            <a:chOff x="0" y="0"/>
            <a:chExt cx="1274994" cy="419100"/>
          </a:xfrm>
        </p:grpSpPr>
        <p:sp>
          <p:nvSpPr>
            <p:cNvPr name="Freeform 242" id="242"/>
            <p:cNvSpPr/>
            <p:nvPr/>
          </p:nvSpPr>
          <p:spPr>
            <a:xfrm flipH="false" flipV="false" rot="0">
              <a:off x="0" y="0"/>
              <a:ext cx="1274994" cy="419100"/>
            </a:xfrm>
            <a:custGeom>
              <a:avLst/>
              <a:gdLst/>
              <a:ahLst/>
              <a:cxnLst/>
              <a:rect r="r" b="b" t="t" l="l"/>
              <a:pathLst>
                <a:path h="419100" w="1274994">
                  <a:moveTo>
                    <a:pt x="121187" y="0"/>
                  </a:moveTo>
                  <a:lnTo>
                    <a:pt x="1153807" y="0"/>
                  </a:lnTo>
                  <a:cubicBezTo>
                    <a:pt x="1220737" y="0"/>
                    <a:pt x="1274994" y="54257"/>
                    <a:pt x="1274994" y="121187"/>
                  </a:cubicBezTo>
                  <a:lnTo>
                    <a:pt x="1274994" y="297913"/>
                  </a:lnTo>
                  <a:cubicBezTo>
                    <a:pt x="1274994" y="330054"/>
                    <a:pt x="1262226" y="360878"/>
                    <a:pt x="1239499" y="383605"/>
                  </a:cubicBezTo>
                  <a:cubicBezTo>
                    <a:pt x="1216772" y="406332"/>
                    <a:pt x="1185948" y="419100"/>
                    <a:pt x="1153807" y="419100"/>
                  </a:cubicBezTo>
                  <a:lnTo>
                    <a:pt x="121187" y="419100"/>
                  </a:lnTo>
                  <a:cubicBezTo>
                    <a:pt x="89046" y="419100"/>
                    <a:pt x="58222" y="406332"/>
                    <a:pt x="35495" y="383605"/>
                  </a:cubicBezTo>
                  <a:cubicBezTo>
                    <a:pt x="12768" y="360878"/>
                    <a:pt x="0" y="330054"/>
                    <a:pt x="0" y="297913"/>
                  </a:cubicBezTo>
                  <a:lnTo>
                    <a:pt x="0" y="121187"/>
                  </a:lnTo>
                  <a:cubicBezTo>
                    <a:pt x="0" y="89046"/>
                    <a:pt x="12768" y="58222"/>
                    <a:pt x="35495" y="35495"/>
                  </a:cubicBezTo>
                  <a:cubicBezTo>
                    <a:pt x="58222" y="12768"/>
                    <a:pt x="89046" y="0"/>
                    <a:pt x="121187" y="0"/>
                  </a:cubicBezTo>
                  <a:close/>
                </a:path>
              </a:pathLst>
            </a:custGeom>
            <a:solidFill>
              <a:srgbClr val="294A5B"/>
            </a:solidFill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43" id="243"/>
            <p:cNvSpPr txBox="true"/>
            <p:nvPr/>
          </p:nvSpPr>
          <p:spPr>
            <a:xfrm>
              <a:off x="0" y="-38100"/>
              <a:ext cx="1274994" cy="457200"/>
            </a:xfrm>
            <a:prstGeom prst="rect">
              <a:avLst/>
            </a:prstGeom>
          </p:spPr>
          <p:txBody>
            <a:bodyPr anchor="ctr" rtlCol="false" tIns="45640" lIns="45640" bIns="45640" rIns="4564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244" id="244"/>
          <p:cNvSpPr txBox="true"/>
          <p:nvPr/>
        </p:nvSpPr>
        <p:spPr>
          <a:xfrm rot="0">
            <a:off x="7424887" y="21320360"/>
            <a:ext cx="700926" cy="192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9"/>
              </a:lnSpc>
            </a:pPr>
            <a:r>
              <a:rPr lang="en-US" sz="1347" spc="94">
                <a:solidFill>
                  <a:srgbClr val="CAA24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FÁCIL </a:t>
            </a:r>
          </a:p>
        </p:txBody>
      </p:sp>
      <p:sp>
        <p:nvSpPr>
          <p:cNvPr name="TextBox 245" id="245"/>
          <p:cNvSpPr txBox="true"/>
          <p:nvPr/>
        </p:nvSpPr>
        <p:spPr>
          <a:xfrm rot="0">
            <a:off x="7359931" y="21845522"/>
            <a:ext cx="830838" cy="190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9"/>
              </a:lnSpc>
            </a:pPr>
            <a:r>
              <a:rPr lang="en-US" sz="1347" spc="94">
                <a:solidFill>
                  <a:srgbClr val="CAA24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MÉDIO </a:t>
            </a:r>
          </a:p>
        </p:txBody>
      </p:sp>
      <p:sp>
        <p:nvSpPr>
          <p:cNvPr name="TextBox 246" id="246"/>
          <p:cNvSpPr txBox="true"/>
          <p:nvPr/>
        </p:nvSpPr>
        <p:spPr>
          <a:xfrm rot="0">
            <a:off x="7380034" y="22367512"/>
            <a:ext cx="790633" cy="192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9"/>
              </a:lnSpc>
            </a:pPr>
            <a:r>
              <a:rPr lang="en-US" sz="1347" spc="94">
                <a:solidFill>
                  <a:srgbClr val="CAA24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DIFÍCIL </a:t>
            </a:r>
          </a:p>
        </p:txBody>
      </p:sp>
      <p:sp>
        <p:nvSpPr>
          <p:cNvPr name="TextBox 247" id="247"/>
          <p:cNvSpPr txBox="true"/>
          <p:nvPr/>
        </p:nvSpPr>
        <p:spPr>
          <a:xfrm rot="0">
            <a:off x="8050871" y="28461434"/>
            <a:ext cx="230056" cy="205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8"/>
              </a:lnSpc>
            </a:pPr>
            <a:r>
              <a:rPr lang="en-US" sz="1443" spc="101">
                <a:solidFill>
                  <a:srgbClr val="F0EBD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2</a:t>
            </a:r>
          </a:p>
        </p:txBody>
      </p:sp>
      <p:sp>
        <p:nvSpPr>
          <p:cNvPr name="TextBox 248" id="248"/>
          <p:cNvSpPr txBox="true"/>
          <p:nvPr/>
        </p:nvSpPr>
        <p:spPr>
          <a:xfrm rot="0">
            <a:off x="8050871" y="29219077"/>
            <a:ext cx="230056" cy="205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8"/>
              </a:lnSpc>
            </a:pPr>
            <a:r>
              <a:rPr lang="en-US" sz="1443" spc="101">
                <a:solidFill>
                  <a:srgbClr val="F0EBD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3</a:t>
            </a:r>
          </a:p>
        </p:txBody>
      </p:sp>
      <p:sp>
        <p:nvSpPr>
          <p:cNvPr name="TextBox 249" id="249"/>
          <p:cNvSpPr txBox="true"/>
          <p:nvPr/>
        </p:nvSpPr>
        <p:spPr>
          <a:xfrm rot="0">
            <a:off x="8050871" y="29974062"/>
            <a:ext cx="230056" cy="205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8"/>
              </a:lnSpc>
            </a:pPr>
            <a:r>
              <a:rPr lang="en-US" sz="1443" spc="101">
                <a:solidFill>
                  <a:srgbClr val="F0EBD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4</a:t>
            </a:r>
          </a:p>
        </p:txBody>
      </p:sp>
      <p:sp>
        <p:nvSpPr>
          <p:cNvPr name="TextBox 250" id="250"/>
          <p:cNvSpPr txBox="true"/>
          <p:nvPr/>
        </p:nvSpPr>
        <p:spPr>
          <a:xfrm rot="0">
            <a:off x="21073715" y="26827751"/>
            <a:ext cx="2691322" cy="178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9"/>
              </a:lnSpc>
            </a:pPr>
            <a:r>
              <a:rPr lang="en-US" sz="1314" spc="92">
                <a:solidFill>
                  <a:srgbClr val="CAA244"/>
                </a:solidFill>
                <a:latin typeface="SCR-N Seven Bold"/>
                <a:ea typeface="SCR-N Seven Bold"/>
                <a:cs typeface="SCR-N Seven Bold"/>
                <a:sym typeface="SCR-N Seven Bold"/>
              </a:rPr>
              <a:t>50%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DAG3lf0JZK0</dc:identifier>
  <dcterms:modified xsi:type="dcterms:W3CDTF">2011-08-01T06:04:30Z</dcterms:modified>
  <cp:revision>1</cp:revision>
  <dc:title>Banner_FECAP_ADS1_MLBJ</dc:title>
</cp:coreProperties>
</file>